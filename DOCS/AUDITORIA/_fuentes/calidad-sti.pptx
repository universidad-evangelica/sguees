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6" r:id="rId5"/>
    <p:sldMasterId id="2147483678" r:id="rId6"/>
  </p:sldMasterIdLst>
  <p:notesMasterIdLst>
    <p:notesMasterId r:id="rId29"/>
  </p:notesMasterIdLst>
  <p:sldIdLst>
    <p:sldId id="316" r:id="rId7"/>
    <p:sldId id="300" r:id="rId8"/>
    <p:sldId id="311" r:id="rId9"/>
    <p:sldId id="306" r:id="rId10"/>
    <p:sldId id="313" r:id="rId11"/>
    <p:sldId id="303" r:id="rId12"/>
    <p:sldId id="312" r:id="rId13"/>
    <p:sldId id="291" r:id="rId14"/>
    <p:sldId id="268" r:id="rId15"/>
    <p:sldId id="320" r:id="rId16"/>
    <p:sldId id="321" r:id="rId17"/>
    <p:sldId id="319" r:id="rId18"/>
    <p:sldId id="267" r:id="rId19"/>
    <p:sldId id="266" r:id="rId20"/>
    <p:sldId id="314" r:id="rId21"/>
    <p:sldId id="318" r:id="rId22"/>
    <p:sldId id="271" r:id="rId23"/>
    <p:sldId id="272" r:id="rId24"/>
    <p:sldId id="310" r:id="rId25"/>
    <p:sldId id="269" r:id="rId26"/>
    <p:sldId id="308" r:id="rId27"/>
    <p:sldId id="309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3962A-1C09-5ABC-EA2B-7CA5D820038C}" v="1207" dt="2025-10-26T22:18:06.744"/>
    <p1510:client id="{0508A713-2011-0A81-6AD7-C5EF585CA5F0}" v="1783" dt="2025-10-27T16:05:56.494"/>
    <p1510:client id="{2217F814-423C-48E0-A2AD-E5CE9C1E8487}" v="984" dt="2025-10-27T16:22:12.942"/>
    <p1510:client id="{93F51BF9-86D5-4A17-9D66-BA06A505C258}" v="24" dt="2025-10-27T13:55:04.008"/>
    <p1510:client id="{22586CAD-4997-8001-EB2D-43FC88F825CB}" v="1349" dt="2025-10-27T04:56:10.58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ar Villanueva" userId="0053ba41-6a35-4849-b50a-d5be6f123081" providerId="ADAL" clId="{43BEBC9F-0756-494C-8324-E540B9B6B7B8}"/>
    <pc:docChg chg="modSld">
      <pc:chgData name="Omar Villanueva" userId="0053ba41-6a35-4849-b50a-d5be6f123081" providerId="ADAL" clId="{43BEBC9F-0756-494C-8324-E540B9B6B7B8}" dt="2025-10-27T13:55:04.008" v="23" actId="20577"/>
      <pc:docMkLst>
        <pc:docMk/>
      </pc:docMkLst>
      <pc:sldChg chg="modSp mod">
        <pc:chgData name="Omar Villanueva" userId="0053ba41-6a35-4849-b50a-d5be6f123081" providerId="ADAL" clId="{43BEBC9F-0756-494C-8324-E540B9B6B7B8}" dt="2025-10-27T13:54:37.532" v="19" actId="14100"/>
        <pc:sldMkLst>
          <pc:docMk/>
          <pc:sldMk cId="0" sldId="263"/>
        </pc:sldMkLst>
        <pc:spChg chg="mod">
          <ac:chgData name="Omar Villanueva" userId="0053ba41-6a35-4849-b50a-d5be6f123081" providerId="ADAL" clId="{43BEBC9F-0756-494C-8324-E540B9B6B7B8}" dt="2025-10-27T13:54:37.532" v="19" actId="14100"/>
          <ac:spMkLst>
            <pc:docMk/>
            <pc:sldMk cId="0" sldId="263"/>
            <ac:spMk id="8" creationId="{00000000-0000-0000-0000-000000000000}"/>
          </ac:spMkLst>
        </pc:spChg>
      </pc:sldChg>
      <pc:sldChg chg="modSp mod">
        <pc:chgData name="Omar Villanueva" userId="0053ba41-6a35-4849-b50a-d5be6f123081" providerId="ADAL" clId="{43BEBC9F-0756-494C-8324-E540B9B6B7B8}" dt="2025-10-27T13:55:04.008" v="23" actId="20577"/>
        <pc:sldMkLst>
          <pc:docMk/>
          <pc:sldMk cId="523540999" sldId="268"/>
        </pc:sldMkLst>
        <pc:spChg chg="mod">
          <ac:chgData name="Omar Villanueva" userId="0053ba41-6a35-4849-b50a-d5be6f123081" providerId="ADAL" clId="{43BEBC9F-0756-494C-8324-E540B9B6B7B8}" dt="2025-10-27T13:55:04.008" v="23" actId="20577"/>
          <ac:spMkLst>
            <pc:docMk/>
            <pc:sldMk cId="523540999" sldId="268"/>
            <ac:spMk id="14" creationId="{E6896955-AE1D-9AFB-2DD2-4EB998E23CFF}"/>
          </ac:spMkLst>
        </pc:spChg>
      </pc:sldChg>
    </pc:docChg>
  </pc:docChgLst>
  <pc:docChgLst>
    <pc:chgData name="Jonathan Avalos" userId="04633314-7405-46b3-b504-b8dbe69669ae" providerId="ADAL" clId="{D137C206-4144-4C06-8FD5-2904C5937115}"/>
    <pc:docChg chg="undo custSel addSld delSld modSld sldOrd">
      <pc:chgData name="Jonathan Avalos" userId="04633314-7405-46b3-b504-b8dbe69669ae" providerId="ADAL" clId="{D137C206-4144-4C06-8FD5-2904C5937115}" dt="2025-10-25T14:33:28.291" v="1587" actId="20577"/>
      <pc:docMkLst>
        <pc:docMk/>
      </pc:docMkLst>
      <pc:sldChg chg="addSp modSp add modAnim">
        <pc:chgData name="Jonathan Avalos" userId="04633314-7405-46b3-b504-b8dbe69669ae" providerId="ADAL" clId="{D137C206-4144-4C06-8FD5-2904C5937115}" dt="2025-10-25T14:31:23.288" v="1579" actId="14100"/>
        <pc:sldMkLst>
          <pc:docMk/>
          <pc:sldMk cId="2926837276" sldId="269"/>
        </pc:sldMkLst>
        <pc:spChg chg="mod">
          <ac:chgData name="Jonathan Avalos" userId="04633314-7405-46b3-b504-b8dbe69669ae" providerId="ADAL" clId="{D137C206-4144-4C06-8FD5-2904C5937115}" dt="2025-10-25T01:07:45.875" v="980" actId="20577"/>
          <ac:spMkLst>
            <pc:docMk/>
            <pc:sldMk cId="2926837276" sldId="269"/>
            <ac:spMk id="7" creationId="{4879F09D-064D-435A-8DE4-AF98BE70C893}"/>
          </ac:spMkLst>
        </pc:spChg>
        <pc:spChg chg="add mod">
          <ac:chgData name="Jonathan Avalos" userId="04633314-7405-46b3-b504-b8dbe69669ae" providerId="ADAL" clId="{D137C206-4144-4C06-8FD5-2904C5937115}" dt="2025-10-25T01:09:43.220" v="1077" actId="20577"/>
          <ac:spMkLst>
            <pc:docMk/>
            <pc:sldMk cId="2926837276" sldId="269"/>
            <ac:spMk id="8" creationId="{8F1D2A27-1A4B-4428-91B1-12752E68CC07}"/>
          </ac:spMkLst>
        </pc:spChg>
        <pc:spChg chg="mod">
          <ac:chgData name="Jonathan Avalos" userId="04633314-7405-46b3-b504-b8dbe69669ae" providerId="ADAL" clId="{D137C206-4144-4C06-8FD5-2904C5937115}" dt="2025-10-25T01:41:49.557" v="1222"/>
          <ac:spMkLst>
            <pc:docMk/>
            <pc:sldMk cId="2926837276" sldId="269"/>
            <ac:spMk id="9" creationId="{ADDEEE10-F7E5-4A22-9086-DD1744201D25}"/>
          </ac:spMkLst>
        </pc:spChg>
        <pc:spChg chg="mod">
          <ac:chgData name="Jonathan Avalos" userId="04633314-7405-46b3-b504-b8dbe69669ae" providerId="ADAL" clId="{D137C206-4144-4C06-8FD5-2904C5937115}" dt="2025-10-25T14:24:03.252" v="1577" actId="207"/>
          <ac:spMkLst>
            <pc:docMk/>
            <pc:sldMk cId="2926837276" sldId="269"/>
            <ac:spMk id="11" creationId="{71B1899E-5C84-482A-9958-A05A6E1CFB9E}"/>
          </ac:spMkLst>
        </pc:spChg>
        <pc:spChg chg="mod">
          <ac:chgData name="Jonathan Avalos" userId="04633314-7405-46b3-b504-b8dbe69669ae" providerId="ADAL" clId="{D137C206-4144-4C06-8FD5-2904C5937115}" dt="2025-10-25T14:24:12.005" v="1578" actId="207"/>
          <ac:spMkLst>
            <pc:docMk/>
            <pc:sldMk cId="2926837276" sldId="269"/>
            <ac:spMk id="12" creationId="{3827291C-F6BB-4DD1-8F01-920555A77C75}"/>
          </ac:spMkLst>
        </pc:spChg>
        <pc:graphicFrameChg chg="mod">
          <ac:chgData name="Jonathan Avalos" userId="04633314-7405-46b3-b504-b8dbe69669ae" providerId="ADAL" clId="{D137C206-4144-4C06-8FD5-2904C5937115}" dt="2025-10-25T14:23:51.863" v="1576" actId="207"/>
          <ac:graphicFrameMkLst>
            <pc:docMk/>
            <pc:sldMk cId="2926837276" sldId="269"/>
            <ac:graphicFrameMk id="13" creationId="{C727416F-A182-4ABD-8A52-E8CA9957C58B}"/>
          </ac:graphicFrameMkLst>
        </pc:graphicFrameChg>
        <pc:picChg chg="mod">
          <ac:chgData name="Jonathan Avalos" userId="04633314-7405-46b3-b504-b8dbe69669ae" providerId="ADAL" clId="{D137C206-4144-4C06-8FD5-2904C5937115}" dt="2025-10-25T14:31:23.288" v="1579" actId="14100"/>
          <ac:picMkLst>
            <pc:docMk/>
            <pc:sldMk cId="2926837276" sldId="269"/>
            <ac:picMk id="10" creationId="{673FA2EF-9F67-408A-8A2D-AAAE17F1AC02}"/>
          </ac:picMkLst>
        </pc:picChg>
      </pc:sldChg>
      <pc:sldChg chg="addSp delSp modSp delAnim modAnim">
        <pc:chgData name="Jonathan Avalos" userId="04633314-7405-46b3-b504-b8dbe69669ae" providerId="ADAL" clId="{D137C206-4144-4C06-8FD5-2904C5937115}" dt="2025-10-25T14:32:01.613" v="1580" actId="255"/>
        <pc:sldMkLst>
          <pc:docMk/>
          <pc:sldMk cId="591158225" sldId="271"/>
        </pc:sldMkLst>
        <pc:spChg chg="add mod">
          <ac:chgData name="Jonathan Avalos" userId="04633314-7405-46b3-b504-b8dbe69669ae" providerId="ADAL" clId="{D137C206-4144-4C06-8FD5-2904C5937115}" dt="2025-10-25T01:06:43.773" v="953" actId="120"/>
          <ac:spMkLst>
            <pc:docMk/>
            <pc:sldMk cId="591158225" sldId="271"/>
            <ac:spMk id="20" creationId="{D5EF7D1C-6270-45DC-8C75-B45DC0294C70}"/>
          </ac:spMkLst>
        </pc:spChg>
        <pc:spChg chg="add mod">
          <ac:chgData name="Jonathan Avalos" userId="04633314-7405-46b3-b504-b8dbe69669ae" providerId="ADAL" clId="{D137C206-4144-4C06-8FD5-2904C5937115}" dt="2025-10-25T14:32:01.613" v="1580" actId="255"/>
          <ac:spMkLst>
            <pc:docMk/>
            <pc:sldMk cId="591158225" sldId="271"/>
            <ac:spMk id="22" creationId="{005D4010-1054-40A1-88B0-5F1703BD5137}"/>
          </ac:spMkLst>
        </pc:spChg>
        <pc:spChg chg="add mod">
          <ac:chgData name="Jonathan Avalos" userId="04633314-7405-46b3-b504-b8dbe69669ae" providerId="ADAL" clId="{D137C206-4144-4C06-8FD5-2904C5937115}" dt="2025-10-25T14:19:04.565" v="1561" actId="14"/>
          <ac:spMkLst>
            <pc:docMk/>
            <pc:sldMk cId="591158225" sldId="271"/>
            <ac:spMk id="23" creationId="{9C3D03A2-C140-4CA0-8705-937DEC4041C9}"/>
          </ac:spMkLst>
        </pc:spChg>
        <pc:spChg chg="add mod">
          <ac:chgData name="Jonathan Avalos" userId="04633314-7405-46b3-b504-b8dbe69669ae" providerId="ADAL" clId="{D137C206-4144-4C06-8FD5-2904C5937115}" dt="2025-10-25T14:14:35.156" v="1557" actId="20577"/>
          <ac:spMkLst>
            <pc:docMk/>
            <pc:sldMk cId="591158225" sldId="271"/>
            <ac:spMk id="26" creationId="{158F04AF-A3B2-4121-87ED-60D47EE4C1D7}"/>
          </ac:spMkLst>
        </pc:spChg>
        <pc:spChg chg="add mod">
          <ac:chgData name="Jonathan Avalos" userId="04633314-7405-46b3-b504-b8dbe69669ae" providerId="ADAL" clId="{D137C206-4144-4C06-8FD5-2904C5937115}" dt="2025-10-25T01:06:06.662" v="948" actId="2711"/>
          <ac:spMkLst>
            <pc:docMk/>
            <pc:sldMk cId="591158225" sldId="271"/>
            <ac:spMk id="27" creationId="{01AE15D1-3D18-4B6B-88C1-A859FF405741}"/>
          </ac:spMkLst>
        </pc:spChg>
        <pc:spChg chg="add mod">
          <ac:chgData name="Jonathan Avalos" userId="04633314-7405-46b3-b504-b8dbe69669ae" providerId="ADAL" clId="{D137C206-4144-4C06-8FD5-2904C5937115}" dt="2025-10-25T00:19:58.751" v="760" actId="20577"/>
          <ac:spMkLst>
            <pc:docMk/>
            <pc:sldMk cId="591158225" sldId="271"/>
            <ac:spMk id="28" creationId="{FB37ACAE-1BBC-4326-9954-E5B5D995E90A}"/>
          </ac:spMkLst>
        </pc:spChg>
      </pc:sldChg>
      <pc:sldChg chg="addSp delSp modSp add ord modAnim">
        <pc:chgData name="Jonathan Avalos" userId="04633314-7405-46b3-b504-b8dbe69669ae" providerId="ADAL" clId="{D137C206-4144-4C06-8FD5-2904C5937115}" dt="2025-10-25T14:21:55.491" v="1571" actId="2711"/>
        <pc:sldMkLst>
          <pc:docMk/>
          <pc:sldMk cId="4061787247" sldId="272"/>
        </pc:sldMkLst>
        <pc:spChg chg="add mod">
          <ac:chgData name="Jonathan Avalos" userId="04633314-7405-46b3-b504-b8dbe69669ae" providerId="ADAL" clId="{D137C206-4144-4C06-8FD5-2904C5937115}" dt="2025-10-24T23:13:15.632" v="546" actId="1076"/>
          <ac:spMkLst>
            <pc:docMk/>
            <pc:sldMk cId="4061787247" sldId="272"/>
            <ac:spMk id="9" creationId="{EB6E0E75-4EA8-4F95-BA98-0239313034B9}"/>
          </ac:spMkLst>
        </pc:spChg>
        <pc:spChg chg="add mod">
          <ac:chgData name="Jonathan Avalos" userId="04633314-7405-46b3-b504-b8dbe69669ae" providerId="ADAL" clId="{D137C206-4144-4C06-8FD5-2904C5937115}" dt="2025-10-25T01:02:18.347" v="938" actId="20577"/>
          <ac:spMkLst>
            <pc:docMk/>
            <pc:sldMk cId="4061787247" sldId="272"/>
            <ac:spMk id="10" creationId="{A3DCF45F-8E20-4B31-B31B-A4A1196F4F98}"/>
          </ac:spMkLst>
        </pc:spChg>
        <pc:spChg chg="add mod">
          <ac:chgData name="Jonathan Avalos" userId="04633314-7405-46b3-b504-b8dbe69669ae" providerId="ADAL" clId="{D137C206-4144-4C06-8FD5-2904C5937115}" dt="2025-10-24T23:13:00.200" v="545" actId="14100"/>
          <ac:spMkLst>
            <pc:docMk/>
            <pc:sldMk cId="4061787247" sldId="272"/>
            <ac:spMk id="11" creationId="{35AAB98F-3B7B-4D23-B44E-BAD9A97A5F57}"/>
          </ac:spMkLst>
        </pc:spChg>
        <pc:spChg chg="add mod">
          <ac:chgData name="Jonathan Avalos" userId="04633314-7405-46b3-b504-b8dbe69669ae" providerId="ADAL" clId="{D137C206-4144-4C06-8FD5-2904C5937115}" dt="2025-10-24T23:12:26.216" v="537" actId="20577"/>
          <ac:spMkLst>
            <pc:docMk/>
            <pc:sldMk cId="4061787247" sldId="272"/>
            <ac:spMk id="12" creationId="{88C76D31-55BA-4DF0-B63F-35E1843EB28A}"/>
          </ac:spMkLst>
        </pc:spChg>
        <pc:spChg chg="add mod">
          <ac:chgData name="Jonathan Avalos" userId="04633314-7405-46b3-b504-b8dbe69669ae" providerId="ADAL" clId="{D137C206-4144-4C06-8FD5-2904C5937115}" dt="2025-10-25T01:04:13.310" v="939" actId="14100"/>
          <ac:spMkLst>
            <pc:docMk/>
            <pc:sldMk cId="4061787247" sldId="272"/>
            <ac:spMk id="13" creationId="{4B6B3BEC-CA7C-4D36-8284-F17788D9AB05}"/>
          </ac:spMkLst>
        </pc:spChg>
        <pc:spChg chg="mod">
          <ac:chgData name="Jonathan Avalos" userId="04633314-7405-46b3-b504-b8dbe69669ae" providerId="ADAL" clId="{D137C206-4144-4C06-8FD5-2904C5937115}" dt="2025-10-24T23:05:14.257" v="470" actId="14100"/>
          <ac:spMkLst>
            <pc:docMk/>
            <pc:sldMk cId="4061787247" sldId="272"/>
            <ac:spMk id="14" creationId="{D1BA9FE1-C122-401E-82DC-D0ABB8AC9EEE}"/>
          </ac:spMkLst>
        </pc:spChg>
        <pc:spChg chg="mod">
          <ac:chgData name="Jonathan Avalos" userId="04633314-7405-46b3-b504-b8dbe69669ae" providerId="ADAL" clId="{D137C206-4144-4C06-8FD5-2904C5937115}" dt="2025-10-25T14:21:55.491" v="1571" actId="2711"/>
          <ac:spMkLst>
            <pc:docMk/>
            <pc:sldMk cId="4061787247" sldId="272"/>
            <ac:spMk id="17" creationId="{25601142-C84E-43AC-9021-2F49E6A3E0E5}"/>
          </ac:spMkLst>
        </pc:spChg>
        <pc:spChg chg="mod">
          <ac:chgData name="Jonathan Avalos" userId="04633314-7405-46b3-b504-b8dbe69669ae" providerId="ADAL" clId="{D137C206-4144-4C06-8FD5-2904C5937115}" dt="2025-10-25T14:21:52.663" v="1569" actId="2711"/>
          <ac:spMkLst>
            <pc:docMk/>
            <pc:sldMk cId="4061787247" sldId="272"/>
            <ac:spMk id="18" creationId="{B57402CF-A470-4157-9062-4178ED7162A7}"/>
          </ac:spMkLst>
        </pc:spChg>
        <pc:graphicFrameChg chg="add mod">
          <ac:chgData name="Jonathan Avalos" userId="04633314-7405-46b3-b504-b8dbe69669ae" providerId="ADAL" clId="{D137C206-4144-4C06-8FD5-2904C5937115}" dt="2025-10-25T01:48:45.603" v="1228" actId="207"/>
          <ac:graphicFrameMkLst>
            <pc:docMk/>
            <pc:sldMk cId="4061787247" sldId="272"/>
            <ac:graphicFrameMk id="8" creationId="{3A2A14D0-7E06-4FA1-9988-4F223A9CF047}"/>
          </ac:graphicFrameMkLst>
        </pc:graphicFrameChg>
      </pc:sldChg>
      <pc:sldChg chg="addSp delSp modSp add delAnim modAnim">
        <pc:chgData name="Jonathan Avalos" userId="04633314-7405-46b3-b504-b8dbe69669ae" providerId="ADAL" clId="{D137C206-4144-4C06-8FD5-2904C5937115}" dt="2025-10-25T14:33:28.291" v="1587" actId="20577"/>
        <pc:sldMkLst>
          <pc:docMk/>
          <pc:sldMk cId="866770420" sldId="308"/>
        </pc:sldMkLst>
        <pc:spChg chg="mod">
          <ac:chgData name="Jonathan Avalos" userId="04633314-7405-46b3-b504-b8dbe69669ae" providerId="ADAL" clId="{D137C206-4144-4C06-8FD5-2904C5937115}" dt="2025-10-25T01:18:49.222" v="1146" actId="122"/>
          <ac:spMkLst>
            <pc:docMk/>
            <pc:sldMk cId="866770420" sldId="308"/>
            <ac:spMk id="7" creationId="{4879F09D-064D-435A-8DE4-AF98BE70C893}"/>
          </ac:spMkLst>
        </pc:spChg>
        <pc:spChg chg="add mod">
          <ac:chgData name="Jonathan Avalos" userId="04633314-7405-46b3-b504-b8dbe69669ae" providerId="ADAL" clId="{D137C206-4144-4C06-8FD5-2904C5937115}" dt="2025-10-25T14:33:28.291" v="1587" actId="20577"/>
          <ac:spMkLst>
            <pc:docMk/>
            <pc:sldMk cId="866770420" sldId="308"/>
            <ac:spMk id="8" creationId="{5D92F173-FE8E-47EE-BA42-52FFDBC4263D}"/>
          </ac:spMkLst>
        </pc:spChg>
      </pc:sldChg>
      <pc:sldChg chg="modSp add modAnim">
        <pc:chgData name="Jonathan Avalos" userId="04633314-7405-46b3-b504-b8dbe69669ae" providerId="ADAL" clId="{D137C206-4144-4C06-8FD5-2904C5937115}" dt="2025-10-25T01:42:29.334" v="1224"/>
        <pc:sldMkLst>
          <pc:docMk/>
          <pc:sldMk cId="90354942" sldId="309"/>
        </pc:sldMkLst>
        <pc:spChg chg="mod">
          <ac:chgData name="Jonathan Avalos" userId="04633314-7405-46b3-b504-b8dbe69669ae" providerId="ADAL" clId="{D137C206-4144-4C06-8FD5-2904C5937115}" dt="2025-10-25T01:29:48.759" v="1182"/>
          <ac:spMkLst>
            <pc:docMk/>
            <pc:sldMk cId="90354942" sldId="309"/>
            <ac:spMk id="7" creationId="{4879F09D-064D-435A-8DE4-AF98BE70C893}"/>
          </ac:spMkLst>
        </pc:spChg>
        <pc:spChg chg="mod">
          <ac:chgData name="Jonathan Avalos" userId="04633314-7405-46b3-b504-b8dbe69669ae" providerId="ADAL" clId="{D137C206-4144-4C06-8FD5-2904C5937115}" dt="2025-10-25T01:36:10.364" v="1185" actId="2711"/>
          <ac:spMkLst>
            <pc:docMk/>
            <pc:sldMk cId="90354942" sldId="309"/>
            <ac:spMk id="8" creationId="{5D92F173-FE8E-47EE-BA42-52FFDBC4263D}"/>
          </ac:spMkLst>
        </pc:spChg>
      </pc:sldChg>
      <pc:sldChg chg="addSp delSp modSp add delAnim">
        <pc:chgData name="Jonathan Avalos" userId="04633314-7405-46b3-b504-b8dbe69669ae" providerId="ADAL" clId="{D137C206-4144-4C06-8FD5-2904C5937115}" dt="2025-10-25T14:22:37.801" v="1575" actId="207"/>
        <pc:sldMkLst>
          <pc:docMk/>
          <pc:sldMk cId="3032046359" sldId="310"/>
        </pc:sldMkLst>
        <pc:spChg chg="add mod">
          <ac:chgData name="Jonathan Avalos" userId="04633314-7405-46b3-b504-b8dbe69669ae" providerId="ADAL" clId="{D137C206-4144-4C06-8FD5-2904C5937115}" dt="2025-10-25T14:11:26.446" v="1537" actId="20577"/>
          <ac:spMkLst>
            <pc:docMk/>
            <pc:sldMk cId="3032046359" sldId="310"/>
            <ac:spMk id="8" creationId="{0D337DA2-9243-4A0E-9E02-F39F32510DBE}"/>
          </ac:spMkLst>
        </pc:spChg>
        <pc:spChg chg="add mod">
          <ac:chgData name="Jonathan Avalos" userId="04633314-7405-46b3-b504-b8dbe69669ae" providerId="ADAL" clId="{D137C206-4144-4C06-8FD5-2904C5937115}" dt="2025-10-25T02:25:53.918" v="1460" actId="1076"/>
          <ac:spMkLst>
            <pc:docMk/>
            <pc:sldMk cId="3032046359" sldId="310"/>
            <ac:spMk id="9" creationId="{EE7353AF-9626-4C69-94E2-6D0CEC97F823}"/>
          </ac:spMkLst>
        </pc:spChg>
        <pc:spChg chg="add mod">
          <ac:chgData name="Jonathan Avalos" userId="04633314-7405-46b3-b504-b8dbe69669ae" providerId="ADAL" clId="{D137C206-4144-4C06-8FD5-2904C5937115}" dt="2025-10-25T14:10:13.630" v="1508" actId="14100"/>
          <ac:spMkLst>
            <pc:docMk/>
            <pc:sldMk cId="3032046359" sldId="310"/>
            <ac:spMk id="10" creationId="{2322CA08-7940-4A4A-BEB0-7948442C43FB}"/>
          </ac:spMkLst>
        </pc:spChg>
        <pc:spChg chg="add mod">
          <ac:chgData name="Jonathan Avalos" userId="04633314-7405-46b3-b504-b8dbe69669ae" providerId="ADAL" clId="{D137C206-4144-4C06-8FD5-2904C5937115}" dt="2025-10-25T14:10:27.509" v="1512" actId="20577"/>
          <ac:spMkLst>
            <pc:docMk/>
            <pc:sldMk cId="3032046359" sldId="310"/>
            <ac:spMk id="11" creationId="{72B76EA0-5D79-4508-870C-E59BF5E6B38E}"/>
          </ac:spMkLst>
        </pc:spChg>
        <pc:spChg chg="add mod">
          <ac:chgData name="Jonathan Avalos" userId="04633314-7405-46b3-b504-b8dbe69669ae" providerId="ADAL" clId="{D137C206-4144-4C06-8FD5-2904C5937115}" dt="2025-10-25T14:11:07.010" v="1530" actId="14100"/>
          <ac:spMkLst>
            <pc:docMk/>
            <pc:sldMk cId="3032046359" sldId="310"/>
            <ac:spMk id="12" creationId="{4E58688A-FFC2-4103-94EC-B83191694500}"/>
          </ac:spMkLst>
        </pc:spChg>
        <pc:spChg chg="add mod">
          <ac:chgData name="Jonathan Avalos" userId="04633314-7405-46b3-b504-b8dbe69669ae" providerId="ADAL" clId="{D137C206-4144-4C06-8FD5-2904C5937115}" dt="2025-10-25T02:25:53.918" v="1460" actId="1076"/>
          <ac:spMkLst>
            <pc:docMk/>
            <pc:sldMk cId="3032046359" sldId="310"/>
            <ac:spMk id="13" creationId="{3A4D6516-A5C1-4C6A-A45C-47A6CB190B12}"/>
          </ac:spMkLst>
        </pc:spChg>
        <pc:spChg chg="add mod">
          <ac:chgData name="Jonathan Avalos" userId="04633314-7405-46b3-b504-b8dbe69669ae" providerId="ADAL" clId="{D137C206-4144-4C06-8FD5-2904C5937115}" dt="2025-10-25T14:22:32.110" v="1574" actId="207"/>
          <ac:spMkLst>
            <pc:docMk/>
            <pc:sldMk cId="3032046359" sldId="310"/>
            <ac:spMk id="14" creationId="{B5A3F39E-AB5F-4554-B2D5-6FE14734B892}"/>
          </ac:spMkLst>
        </pc:spChg>
        <pc:spChg chg="add mod">
          <ac:chgData name="Jonathan Avalos" userId="04633314-7405-46b3-b504-b8dbe69669ae" providerId="ADAL" clId="{D137C206-4144-4C06-8FD5-2904C5937115}" dt="2025-10-25T14:10:33.061" v="1514" actId="20577"/>
          <ac:spMkLst>
            <pc:docMk/>
            <pc:sldMk cId="3032046359" sldId="310"/>
            <ac:spMk id="15" creationId="{B8FF98C5-A141-42A5-A1B1-3B08839CB1DC}"/>
          </ac:spMkLst>
        </pc:spChg>
        <pc:spChg chg="add mod">
          <ac:chgData name="Jonathan Avalos" userId="04633314-7405-46b3-b504-b8dbe69669ae" providerId="ADAL" clId="{D137C206-4144-4C06-8FD5-2904C5937115}" dt="2025-10-25T02:26:56.287" v="1470" actId="121"/>
          <ac:spMkLst>
            <pc:docMk/>
            <pc:sldMk cId="3032046359" sldId="310"/>
            <ac:spMk id="16" creationId="{94166A39-ABC3-4B7B-A5CD-9DFF8259AE3A}"/>
          </ac:spMkLst>
        </pc:spChg>
        <pc:spChg chg="add mod">
          <ac:chgData name="Jonathan Avalos" userId="04633314-7405-46b3-b504-b8dbe69669ae" providerId="ADAL" clId="{D137C206-4144-4C06-8FD5-2904C5937115}" dt="2025-10-25T02:25:53.918" v="1460" actId="1076"/>
          <ac:spMkLst>
            <pc:docMk/>
            <pc:sldMk cId="3032046359" sldId="310"/>
            <ac:spMk id="17" creationId="{A07F3622-0620-4808-ACBC-6C66B9674CC3}"/>
          </ac:spMkLst>
        </pc:spChg>
        <pc:spChg chg="add mod">
          <ac:chgData name="Jonathan Avalos" userId="04633314-7405-46b3-b504-b8dbe69669ae" providerId="ADAL" clId="{D137C206-4144-4C06-8FD5-2904C5937115}" dt="2025-10-25T14:22:37.801" v="1575" actId="207"/>
          <ac:spMkLst>
            <pc:docMk/>
            <pc:sldMk cId="3032046359" sldId="310"/>
            <ac:spMk id="18" creationId="{00773FAD-3D2A-4A4B-BF8D-07D144DF1D09}"/>
          </ac:spMkLst>
        </pc:spChg>
        <pc:spChg chg="add mod">
          <ac:chgData name="Jonathan Avalos" userId="04633314-7405-46b3-b504-b8dbe69669ae" providerId="ADAL" clId="{D137C206-4144-4C06-8FD5-2904C5937115}" dt="2025-10-25T14:10:37.409" v="1516" actId="20577"/>
          <ac:spMkLst>
            <pc:docMk/>
            <pc:sldMk cId="3032046359" sldId="310"/>
            <ac:spMk id="19" creationId="{655F5CEA-F7D6-4388-B915-97B864E2B96E}"/>
          </ac:spMkLst>
        </pc:spChg>
        <pc:spChg chg="mod">
          <ac:chgData name="Jonathan Avalos" userId="04633314-7405-46b3-b504-b8dbe69669ae" providerId="ADAL" clId="{D137C206-4144-4C06-8FD5-2904C5937115}" dt="2025-10-25T14:12:49.539" v="1551" actId="20577"/>
          <ac:spMkLst>
            <pc:docMk/>
            <pc:sldMk cId="3032046359" sldId="310"/>
            <ac:spMk id="27" creationId="{01AE15D1-3D18-4B6B-88C1-A859FF405741}"/>
          </ac:spMkLst>
        </pc:spChg>
        <pc:spChg chg="mod">
          <ac:chgData name="Jonathan Avalos" userId="04633314-7405-46b3-b504-b8dbe69669ae" providerId="ADAL" clId="{D137C206-4144-4C06-8FD5-2904C5937115}" dt="2025-10-25T02:28:23.802" v="1503" actId="313"/>
          <ac:spMkLst>
            <pc:docMk/>
            <pc:sldMk cId="3032046359" sldId="310"/>
            <ac:spMk id="28" creationId="{FB37ACAE-1BBC-4326-9954-E5B5D995E90A}"/>
          </ac:spMkLst>
        </pc:spChg>
      </pc:sldChg>
    </pc:docChg>
  </pc:docChgLst>
  <pc:docChgLst>
    <pc:chgData name="Emilio Morales" userId="S::emilio.morales@uees.edu.sv::0cf46b05-f867-45a6-b8a7-de516338c505" providerId="AD" clId="Web-{0508A713-2011-0A81-6AD7-C5EF585CA5F0}"/>
    <pc:docChg chg="delSld modSld sldOrd">
      <pc:chgData name="Emilio Morales" userId="S::emilio.morales@uees.edu.sv::0cf46b05-f867-45a6-b8a7-de516338c505" providerId="AD" clId="Web-{0508A713-2011-0A81-6AD7-C5EF585CA5F0}" dt="2025-10-27T16:05:56.494" v="1354"/>
      <pc:docMkLst>
        <pc:docMk/>
      </pc:docMkLst>
      <pc:sldChg chg="modSp">
        <pc:chgData name="Emilio Morales" userId="S::emilio.morales@uees.edu.sv::0cf46b05-f867-45a6-b8a7-de516338c505" providerId="AD" clId="Web-{0508A713-2011-0A81-6AD7-C5EF585CA5F0}" dt="2025-10-27T16:03:59.084" v="1280" actId="20577"/>
        <pc:sldMkLst>
          <pc:docMk/>
          <pc:sldMk cId="1151075619" sldId="291"/>
        </pc:sldMkLst>
        <pc:spChg chg="mod">
          <ac:chgData name="Emilio Morales" userId="S::emilio.morales@uees.edu.sv::0cf46b05-f867-45a6-b8a7-de516338c505" providerId="AD" clId="Web-{0508A713-2011-0A81-6AD7-C5EF585CA5F0}" dt="2025-10-27T15:59:48.604" v="1119" actId="14100"/>
          <ac:spMkLst>
            <pc:docMk/>
            <pc:sldMk cId="1151075619" sldId="291"/>
            <ac:spMk id="2" creationId="{2416D32C-95EA-4A6B-A304-972A34060942}"/>
          </ac:spMkLst>
        </pc:spChg>
        <pc:spChg chg="mod">
          <ac:chgData name="Emilio Morales" userId="S::emilio.morales@uees.edu.sv::0cf46b05-f867-45a6-b8a7-de516338c505" providerId="AD" clId="Web-{0508A713-2011-0A81-6AD7-C5EF585CA5F0}" dt="2025-10-27T16:03:59.084" v="1280" actId="20577"/>
          <ac:spMkLst>
            <pc:docMk/>
            <pc:sldMk cId="1151075619" sldId="291"/>
            <ac:spMk id="3" creationId="{8EAC0144-6BD4-B960-D16D-2FAFDA1B1533}"/>
          </ac:spMkLst>
        </pc:spChg>
        <pc:graphicFrameChg chg="mod modGraphic">
          <ac:chgData name="Emilio Morales" userId="S::emilio.morales@uees.edu.sv::0cf46b05-f867-45a6-b8a7-de516338c505" providerId="AD" clId="Web-{0508A713-2011-0A81-6AD7-C5EF585CA5F0}" dt="2025-10-27T16:03:14.957" v="1273"/>
          <ac:graphicFrameMkLst>
            <pc:docMk/>
            <pc:sldMk cId="1151075619" sldId="291"/>
            <ac:graphicFrameMk id="4" creationId="{2C88836B-EEDF-4CE7-810E-7E5A52BE7700}"/>
          </ac:graphicFrameMkLst>
        </pc:graphicFrameChg>
      </pc:sldChg>
      <pc:sldChg chg="modSp">
        <pc:chgData name="Emilio Morales" userId="S::emilio.morales@uees.edu.sv::0cf46b05-f867-45a6-b8a7-de516338c505" providerId="AD" clId="Web-{0508A713-2011-0A81-6AD7-C5EF585CA5F0}" dt="2025-10-27T15:57:51.413" v="1078" actId="20577"/>
        <pc:sldMkLst>
          <pc:docMk/>
          <pc:sldMk cId="297748087" sldId="303"/>
        </pc:sldMkLst>
        <pc:spChg chg="mod">
          <ac:chgData name="Emilio Morales" userId="S::emilio.morales@uees.edu.sv::0cf46b05-f867-45a6-b8a7-de516338c505" providerId="AD" clId="Web-{0508A713-2011-0A81-6AD7-C5EF585CA5F0}" dt="2025-10-27T15:57:51.413" v="1078" actId="20577"/>
          <ac:spMkLst>
            <pc:docMk/>
            <pc:sldMk cId="297748087" sldId="303"/>
            <ac:spMk id="3" creationId="{E24EBC79-629B-44B0-9E2D-54DD8FFC6FFE}"/>
          </ac:spMkLst>
        </pc:spChg>
      </pc:sldChg>
      <pc:sldChg chg="addSp delSp modSp mod setBg">
        <pc:chgData name="Emilio Morales" userId="S::emilio.morales@uees.edu.sv::0cf46b05-f867-45a6-b8a7-de516338c505" providerId="AD" clId="Web-{0508A713-2011-0A81-6AD7-C5EF585CA5F0}" dt="2025-10-27T15:55:59.674" v="1052" actId="1076"/>
        <pc:sldMkLst>
          <pc:docMk/>
          <pc:sldMk cId="4265032465" sldId="306"/>
        </pc:sldMkLst>
        <pc:spChg chg="mod">
          <ac:chgData name="Emilio Morales" userId="S::emilio.morales@uees.edu.sv::0cf46b05-f867-45a6-b8a7-de516338c505" providerId="AD" clId="Web-{0508A713-2011-0A81-6AD7-C5EF585CA5F0}" dt="2025-10-27T15:55:59.674" v="1052" actId="1076"/>
          <ac:spMkLst>
            <pc:docMk/>
            <pc:sldMk cId="4265032465" sldId="306"/>
            <ac:spMk id="2" creationId="{BF47286F-FDAB-419E-B2E3-A6619F7C972C}"/>
          </ac:spMkLst>
        </pc:spChg>
        <pc:spChg chg="del mod">
          <ac:chgData name="Emilio Morales" userId="S::emilio.morales@uees.edu.sv::0cf46b05-f867-45a6-b8a7-de516338c505" providerId="AD" clId="Web-{0508A713-2011-0A81-6AD7-C5EF585CA5F0}" dt="2025-10-27T15:32:05.124" v="599"/>
          <ac:spMkLst>
            <pc:docMk/>
            <pc:sldMk cId="4265032465" sldId="306"/>
            <ac:spMk id="1289" creationId="{9100F3A4-DC42-33AE-2728-E1D0BA42125A}"/>
          </ac:spMkLst>
        </pc:spChg>
        <pc:spChg chg="del mod">
          <ac:chgData name="Emilio Morales" userId="S::emilio.morales@uees.edu.sv::0cf46b05-f867-45a6-b8a7-de516338c505" providerId="AD" clId="Web-{0508A713-2011-0A81-6AD7-C5EF585CA5F0}" dt="2025-10-27T15:32:08.264" v="600"/>
          <ac:spMkLst>
            <pc:docMk/>
            <pc:sldMk cId="4265032465" sldId="306"/>
            <ac:spMk id="1290" creationId="{34D152B0-3CBD-CFFB-6D1E-8FB03600BE89}"/>
          </ac:spMkLst>
        </pc:spChg>
        <pc:spChg chg="mod">
          <ac:chgData name="Emilio Morales" userId="S::emilio.morales@uees.edu.sv::0cf46b05-f867-45a6-b8a7-de516338c505" providerId="AD" clId="Web-{0508A713-2011-0A81-6AD7-C5EF585CA5F0}" dt="2025-10-27T15:51:30.876" v="986" actId="1076"/>
          <ac:spMkLst>
            <pc:docMk/>
            <pc:sldMk cId="4265032465" sldId="306"/>
            <ac:spMk id="1291" creationId="{69A6D11B-8D54-0BD8-9798-CD16E026A5E5}"/>
          </ac:spMkLst>
        </pc:spChg>
        <pc:spChg chg="del mod">
          <ac:chgData name="Emilio Morales" userId="S::emilio.morales@uees.edu.sv::0cf46b05-f867-45a6-b8a7-de516338c505" providerId="AD" clId="Web-{0508A713-2011-0A81-6AD7-C5EF585CA5F0}" dt="2025-10-27T15:34:33.502" v="712"/>
          <ac:spMkLst>
            <pc:docMk/>
            <pc:sldMk cId="4265032465" sldId="306"/>
            <ac:spMk id="1293" creationId="{79B156C6-3184-E8FF-F972-6EAA02738EED}"/>
          </ac:spMkLst>
        </pc:spChg>
        <pc:spChg chg="del">
          <ac:chgData name="Emilio Morales" userId="S::emilio.morales@uees.edu.sv::0cf46b05-f867-45a6-b8a7-de516338c505" providerId="AD" clId="Web-{0508A713-2011-0A81-6AD7-C5EF585CA5F0}" dt="2025-10-27T15:34:37.127" v="713"/>
          <ac:spMkLst>
            <pc:docMk/>
            <pc:sldMk cId="4265032465" sldId="306"/>
            <ac:spMk id="1295" creationId="{06B9995E-7C5A-076D-0130-175189AD3DBF}"/>
          </ac:spMkLst>
        </pc:spChg>
        <pc:spChg chg="del">
          <ac:chgData name="Emilio Morales" userId="S::emilio.morales@uees.edu.sv::0cf46b05-f867-45a6-b8a7-de516338c505" providerId="AD" clId="Web-{0508A713-2011-0A81-6AD7-C5EF585CA5F0}" dt="2025-10-27T15:35:48.269" v="757"/>
          <ac:spMkLst>
            <pc:docMk/>
            <pc:sldMk cId="4265032465" sldId="306"/>
            <ac:spMk id="1296" creationId="{85AC09B7-A400-529B-1AFA-EABCBB645E95}"/>
          </ac:spMkLst>
        </pc:spChg>
        <pc:spChg chg="del">
          <ac:chgData name="Emilio Morales" userId="S::emilio.morales@uees.edu.sv::0cf46b05-f867-45a6-b8a7-de516338c505" providerId="AD" clId="Web-{0508A713-2011-0A81-6AD7-C5EF585CA5F0}" dt="2025-10-27T15:35:51.066" v="758"/>
          <ac:spMkLst>
            <pc:docMk/>
            <pc:sldMk cId="4265032465" sldId="306"/>
            <ac:spMk id="1297" creationId="{DA2D7F15-58F4-5DCA-2A89-149113D04BB4}"/>
          </ac:spMkLst>
        </pc:spChg>
        <pc:spChg chg="del mod">
          <ac:chgData name="Emilio Morales" userId="S::emilio.morales@uees.edu.sv::0cf46b05-f867-45a6-b8a7-de516338c505" providerId="AD" clId="Web-{0508A713-2011-0A81-6AD7-C5EF585CA5F0}" dt="2025-10-27T15:35:43.612" v="756"/>
          <ac:spMkLst>
            <pc:docMk/>
            <pc:sldMk cId="4265032465" sldId="306"/>
            <ac:spMk id="1298" creationId="{34B8862C-AEF5-6ABB-ECB0-4C95B885124C}"/>
          </ac:spMkLst>
        </pc:spChg>
        <pc:spChg chg="add del mod">
          <ac:chgData name="Emilio Morales" userId="S::emilio.morales@uees.edu.sv::0cf46b05-f867-45a6-b8a7-de516338c505" providerId="AD" clId="Web-{0508A713-2011-0A81-6AD7-C5EF585CA5F0}" dt="2025-10-27T15:50:11.140" v="983"/>
          <ac:spMkLst>
            <pc:docMk/>
            <pc:sldMk cId="4265032465" sldId="306"/>
            <ac:spMk id="1313" creationId="{5E7DEFC4-9D6A-1947-C519-808FF85ED804}"/>
          </ac:spMkLst>
        </pc:spChg>
        <pc:spChg chg="del">
          <ac:chgData name="Emilio Morales" userId="S::emilio.morales@uees.edu.sv::0cf46b05-f867-45a6-b8a7-de516338c505" providerId="AD" clId="Web-{0508A713-2011-0A81-6AD7-C5EF585CA5F0}" dt="2025-10-27T15:31:07.277" v="596"/>
          <ac:spMkLst>
            <pc:docMk/>
            <pc:sldMk cId="4265032465" sldId="306"/>
            <ac:spMk id="1350" creationId="{ECD4F6A6-D0A9-7D0B-DD4D-BEC119B57D28}"/>
          </ac:spMkLst>
        </pc:spChg>
        <pc:spChg chg="add mod">
          <ac:chgData name="Emilio Morales" userId="S::emilio.morales@uees.edu.sv::0cf46b05-f867-45a6-b8a7-de516338c505" providerId="AD" clId="Web-{0508A713-2011-0A81-6AD7-C5EF585CA5F0}" dt="2025-10-27T15:51:30.907" v="987" actId="1076"/>
          <ac:spMkLst>
            <pc:docMk/>
            <pc:sldMk cId="4265032465" sldId="306"/>
            <ac:spMk id="1630" creationId="{C42AD49E-BB29-002B-94B5-CF27C647C4B2}"/>
          </ac:spMkLst>
        </pc:spChg>
        <pc:spChg chg="add mod">
          <ac:chgData name="Emilio Morales" userId="S::emilio.morales@uees.edu.sv::0cf46b05-f867-45a6-b8a7-de516338c505" providerId="AD" clId="Web-{0508A713-2011-0A81-6AD7-C5EF585CA5F0}" dt="2025-10-27T15:54:46.044" v="1014" actId="1076"/>
          <ac:spMkLst>
            <pc:docMk/>
            <pc:sldMk cId="4265032465" sldId="306"/>
            <ac:spMk id="1631" creationId="{514DBB40-13CB-E54C-F0BC-BD00FF1D271D}"/>
          </ac:spMkLst>
        </pc:spChg>
        <pc:spChg chg="add mod">
          <ac:chgData name="Emilio Morales" userId="S::emilio.morales@uees.edu.sv::0cf46b05-f867-45a6-b8a7-de516338c505" providerId="AD" clId="Web-{0508A713-2011-0A81-6AD7-C5EF585CA5F0}" dt="2025-10-27T15:51:30.970" v="989" actId="1076"/>
          <ac:spMkLst>
            <pc:docMk/>
            <pc:sldMk cId="4265032465" sldId="306"/>
            <ac:spMk id="1912" creationId="{39027C6A-AEDE-9875-0F75-DDCDE2203F12}"/>
          </ac:spMkLst>
        </pc:spChg>
        <pc:spChg chg="add mod">
          <ac:chgData name="Emilio Morales" userId="S::emilio.morales@uees.edu.sv::0cf46b05-f867-45a6-b8a7-de516338c505" providerId="AD" clId="Web-{0508A713-2011-0A81-6AD7-C5EF585CA5F0}" dt="2025-10-27T15:51:31.017" v="990" actId="1076"/>
          <ac:spMkLst>
            <pc:docMk/>
            <pc:sldMk cId="4265032465" sldId="306"/>
            <ac:spMk id="2529" creationId="{0CF1FC88-1021-BE61-B8CC-F607BBA66279}"/>
          </ac:spMkLst>
        </pc:spChg>
        <pc:spChg chg="add del mod">
          <ac:chgData name="Emilio Morales" userId="S::emilio.morales@uees.edu.sv::0cf46b05-f867-45a6-b8a7-de516338c505" providerId="AD" clId="Web-{0508A713-2011-0A81-6AD7-C5EF585CA5F0}" dt="2025-10-27T15:29:24.833" v="549"/>
          <ac:spMkLst>
            <pc:docMk/>
            <pc:sldMk cId="4265032465" sldId="306"/>
            <ac:spMk id="2530" creationId="{B51341E4-38FC-8751-596E-8DE28B3BF415}"/>
          </ac:spMkLst>
        </pc:spChg>
        <pc:spChg chg="add mod">
          <ac:chgData name="Emilio Morales" userId="S::emilio.morales@uees.edu.sv::0cf46b05-f867-45a6-b8a7-de516338c505" providerId="AD" clId="Web-{0508A713-2011-0A81-6AD7-C5EF585CA5F0}" dt="2025-10-27T15:51:31.064" v="991" actId="1076"/>
          <ac:spMkLst>
            <pc:docMk/>
            <pc:sldMk cId="4265032465" sldId="306"/>
            <ac:spMk id="2538" creationId="{A970B858-A0C0-E302-9047-05BE929D6EBA}"/>
          </ac:spMkLst>
        </pc:spChg>
        <pc:spChg chg="add del">
          <ac:chgData name="Emilio Morales" userId="S::emilio.morales@uees.edu.sv::0cf46b05-f867-45a6-b8a7-de516338c505" providerId="AD" clId="Web-{0508A713-2011-0A81-6AD7-C5EF585CA5F0}" dt="2025-10-27T15:36:08.910" v="760"/>
          <ac:spMkLst>
            <pc:docMk/>
            <pc:sldMk cId="4265032465" sldId="306"/>
            <ac:spMk id="2539" creationId="{F95C10B4-54DD-0202-9C03-CA17D55D2A4D}"/>
          </ac:spMkLst>
        </pc:spChg>
        <pc:spChg chg="add mod">
          <ac:chgData name="Emilio Morales" userId="S::emilio.morales@uees.edu.sv::0cf46b05-f867-45a6-b8a7-de516338c505" providerId="AD" clId="Web-{0508A713-2011-0A81-6AD7-C5EF585CA5F0}" dt="2025-10-27T15:51:31.095" v="992" actId="1076"/>
          <ac:spMkLst>
            <pc:docMk/>
            <pc:sldMk cId="4265032465" sldId="306"/>
            <ac:spMk id="2540" creationId="{96C27088-88CA-5D38-B332-CED6B9E0A066}"/>
          </ac:spMkLst>
        </pc:spChg>
        <pc:spChg chg="add mod">
          <ac:chgData name="Emilio Morales" userId="S::emilio.morales@uees.edu.sv::0cf46b05-f867-45a6-b8a7-de516338c505" providerId="AD" clId="Web-{0508A713-2011-0A81-6AD7-C5EF585CA5F0}" dt="2025-10-27T15:51:31.157" v="993" actId="1076"/>
          <ac:spMkLst>
            <pc:docMk/>
            <pc:sldMk cId="4265032465" sldId="306"/>
            <ac:spMk id="2541" creationId="{BFAC0EFC-85F8-617B-626C-DF4BC9138FAD}"/>
          </ac:spMkLst>
        </pc:spChg>
        <pc:spChg chg="add mod">
          <ac:chgData name="Emilio Morales" userId="S::emilio.morales@uees.edu.sv::0cf46b05-f867-45a6-b8a7-de516338c505" providerId="AD" clId="Web-{0508A713-2011-0A81-6AD7-C5EF585CA5F0}" dt="2025-10-27T15:51:31.235" v="994" actId="1076"/>
          <ac:spMkLst>
            <pc:docMk/>
            <pc:sldMk cId="4265032465" sldId="306"/>
            <ac:spMk id="2563" creationId="{40364E1D-EF4B-7686-7006-C9A8A3342C56}"/>
          </ac:spMkLst>
        </pc:spChg>
        <pc:spChg chg="add mod">
          <ac:chgData name="Emilio Morales" userId="S::emilio.morales@uees.edu.sv::0cf46b05-f867-45a6-b8a7-de516338c505" providerId="AD" clId="Web-{0508A713-2011-0A81-6AD7-C5EF585CA5F0}" dt="2025-10-27T15:51:31.282" v="995" actId="1076"/>
          <ac:spMkLst>
            <pc:docMk/>
            <pc:sldMk cId="4265032465" sldId="306"/>
            <ac:spMk id="2564" creationId="{343B5137-9FC9-D4D8-C8F5-17969DAC6F1B}"/>
          </ac:spMkLst>
        </pc:spChg>
        <pc:spChg chg="add mod">
          <ac:chgData name="Emilio Morales" userId="S::emilio.morales@uees.edu.sv::0cf46b05-f867-45a6-b8a7-de516338c505" providerId="AD" clId="Web-{0508A713-2011-0A81-6AD7-C5EF585CA5F0}" dt="2025-10-27T15:51:31.314" v="996" actId="1076"/>
          <ac:spMkLst>
            <pc:docMk/>
            <pc:sldMk cId="4265032465" sldId="306"/>
            <ac:spMk id="2565" creationId="{F13B34AB-C621-AE68-4292-34CAAF959C98}"/>
          </ac:spMkLst>
        </pc:spChg>
        <pc:spChg chg="add mod">
          <ac:chgData name="Emilio Morales" userId="S::emilio.morales@uees.edu.sv::0cf46b05-f867-45a6-b8a7-de516338c505" providerId="AD" clId="Web-{0508A713-2011-0A81-6AD7-C5EF585CA5F0}" dt="2025-10-27T15:51:31.345" v="997" actId="1076"/>
          <ac:spMkLst>
            <pc:docMk/>
            <pc:sldMk cId="4265032465" sldId="306"/>
            <ac:spMk id="2566" creationId="{BDB098F3-0ABD-2B86-9BCE-0CB5EB94B432}"/>
          </ac:spMkLst>
        </pc:spChg>
        <pc:graphicFrameChg chg="mod modGraphic">
          <ac:chgData name="Emilio Morales" userId="S::emilio.morales@uees.edu.sv::0cf46b05-f867-45a6-b8a7-de516338c505" providerId="AD" clId="Web-{0508A713-2011-0A81-6AD7-C5EF585CA5F0}" dt="2025-10-27T15:51:30.845" v="985" actId="1076"/>
          <ac:graphicFrameMkLst>
            <pc:docMk/>
            <pc:sldMk cId="4265032465" sldId="306"/>
            <ac:graphicFrameMk id="3" creationId="{C1FAFC5C-4CA5-A2F0-73F9-D60236E11A0B}"/>
          </ac:graphicFrameMkLst>
        </pc:graphicFrameChg>
        <pc:graphicFrameChg chg="add del mod modGraphic">
          <ac:chgData name="Emilio Morales" userId="S::emilio.morales@uees.edu.sv::0cf46b05-f867-45a6-b8a7-de516338c505" providerId="AD" clId="Web-{0508A713-2011-0A81-6AD7-C5EF585CA5F0}" dt="2025-10-27T15:09:13.343" v="135"/>
          <ac:graphicFrameMkLst>
            <pc:docMk/>
            <pc:sldMk cId="4265032465" sldId="306"/>
            <ac:graphicFrameMk id="26" creationId="{74EE1743-5EC0-7434-959D-81F4C2D3D0F3}"/>
          </ac:graphicFrameMkLst>
        </pc:graphicFrameChg>
        <pc:picChg chg="add del mod ord">
          <ac:chgData name="Emilio Morales" userId="S::emilio.morales@uees.edu.sv::0cf46b05-f867-45a6-b8a7-de516338c505" providerId="AD" clId="Web-{0508A713-2011-0A81-6AD7-C5EF585CA5F0}" dt="2025-10-27T15:54:39.200" v="1013" actId="1076"/>
          <ac:picMkLst>
            <pc:docMk/>
            <pc:sldMk cId="4265032465" sldId="306"/>
            <ac:picMk id="2610" creationId="{E88FCB01-F168-B97D-F825-FA7B3FDD9799}"/>
          </ac:picMkLst>
        </pc:picChg>
      </pc:sldChg>
      <pc:sldChg chg="modSp">
        <pc:chgData name="Emilio Morales" userId="S::emilio.morales@uees.edu.sv::0cf46b05-f867-45a6-b8a7-de516338c505" providerId="AD" clId="Web-{0508A713-2011-0A81-6AD7-C5EF585CA5F0}" dt="2025-10-27T15:01:08.389" v="119" actId="20577"/>
        <pc:sldMkLst>
          <pc:docMk/>
          <pc:sldMk cId="989965997" sldId="311"/>
        </pc:sldMkLst>
        <pc:spChg chg="mod">
          <ac:chgData name="Emilio Morales" userId="S::emilio.morales@uees.edu.sv::0cf46b05-f867-45a6-b8a7-de516338c505" providerId="AD" clId="Web-{0508A713-2011-0A81-6AD7-C5EF585CA5F0}" dt="2025-10-27T15:00:57.013" v="118" actId="20577"/>
          <ac:spMkLst>
            <pc:docMk/>
            <pc:sldMk cId="989965997" sldId="311"/>
            <ac:spMk id="2" creationId="{E2F4C3D3-427F-CB74-D699-AB417A7CBE14}"/>
          </ac:spMkLst>
        </pc:spChg>
        <pc:spChg chg="mod">
          <ac:chgData name="Emilio Morales" userId="S::emilio.morales@uees.edu.sv::0cf46b05-f867-45a6-b8a7-de516338c505" providerId="AD" clId="Web-{0508A713-2011-0A81-6AD7-C5EF585CA5F0}" dt="2025-10-27T15:00:00.212" v="110" actId="20577"/>
          <ac:spMkLst>
            <pc:docMk/>
            <pc:sldMk cId="989965997" sldId="311"/>
            <ac:spMk id="4" creationId="{FD8ACA92-256B-94C3-BA51-3C797A9E4DB2}"/>
          </ac:spMkLst>
        </pc:spChg>
        <pc:spChg chg="mod">
          <ac:chgData name="Emilio Morales" userId="S::emilio.morales@uees.edu.sv::0cf46b05-f867-45a6-b8a7-de516338c505" providerId="AD" clId="Web-{0508A713-2011-0A81-6AD7-C5EF585CA5F0}" dt="2025-10-27T15:00:42.262" v="116" actId="20577"/>
          <ac:spMkLst>
            <pc:docMk/>
            <pc:sldMk cId="989965997" sldId="311"/>
            <ac:spMk id="5" creationId="{F902007F-1487-2E76-901C-3B1F4EF421EA}"/>
          </ac:spMkLst>
        </pc:spChg>
        <pc:spChg chg="mod">
          <ac:chgData name="Emilio Morales" userId="S::emilio.morales@uees.edu.sv::0cf46b05-f867-45a6-b8a7-de516338c505" providerId="AD" clId="Web-{0508A713-2011-0A81-6AD7-C5EF585CA5F0}" dt="2025-10-27T15:01:08.389" v="119" actId="20577"/>
          <ac:spMkLst>
            <pc:docMk/>
            <pc:sldMk cId="989965997" sldId="311"/>
            <ac:spMk id="7" creationId="{4A88A8CD-B093-BD8D-ED27-8E0F4A4CF27F}"/>
          </ac:spMkLst>
        </pc:spChg>
      </pc:sldChg>
      <pc:sldChg chg="modSp">
        <pc:chgData name="Emilio Morales" userId="S::emilio.morales@uees.edu.sv::0cf46b05-f867-45a6-b8a7-de516338c505" providerId="AD" clId="Web-{0508A713-2011-0A81-6AD7-C5EF585CA5F0}" dt="2025-10-27T15:59:10.197" v="1094" actId="20577"/>
        <pc:sldMkLst>
          <pc:docMk/>
          <pc:sldMk cId="2027945468" sldId="312"/>
        </pc:sldMkLst>
        <pc:graphicFrameChg chg="modGraphic">
          <ac:chgData name="Emilio Morales" userId="S::emilio.morales@uees.edu.sv::0cf46b05-f867-45a6-b8a7-de516338c505" providerId="AD" clId="Web-{0508A713-2011-0A81-6AD7-C5EF585CA5F0}" dt="2025-10-27T15:59:10.197" v="1094" actId="20577"/>
          <ac:graphicFrameMkLst>
            <pc:docMk/>
            <pc:sldMk cId="2027945468" sldId="312"/>
            <ac:graphicFrameMk id="4" creationId="{71B519D0-4E83-D0F0-0F30-ED3973829C36}"/>
          </ac:graphicFrameMkLst>
        </pc:graphicFrameChg>
      </pc:sldChg>
      <pc:sldChg chg="modSp ord">
        <pc:chgData name="Emilio Morales" userId="S::emilio.morales@uees.edu.sv::0cf46b05-f867-45a6-b8a7-de516338c505" providerId="AD" clId="Web-{0508A713-2011-0A81-6AD7-C5EF585CA5F0}" dt="2025-10-27T16:05:56.494" v="1354"/>
        <pc:sldMkLst>
          <pc:docMk/>
          <pc:sldMk cId="311917922" sldId="314"/>
        </pc:sldMkLst>
        <pc:spChg chg="mod">
          <ac:chgData name="Emilio Morales" userId="S::emilio.morales@uees.edu.sv::0cf46b05-f867-45a6-b8a7-de516338c505" providerId="AD" clId="Web-{0508A713-2011-0A81-6AD7-C5EF585CA5F0}" dt="2025-10-27T16:05:29.071" v="1353" actId="20577"/>
          <ac:spMkLst>
            <pc:docMk/>
            <pc:sldMk cId="311917922" sldId="314"/>
            <ac:spMk id="7" creationId="{8655CF2F-0D90-A114-5018-1E18662B2B96}"/>
          </ac:spMkLst>
        </pc:spChg>
      </pc:sldChg>
      <pc:sldChg chg="del">
        <pc:chgData name="Emilio Morales" userId="S::emilio.morales@uees.edu.sv::0cf46b05-f867-45a6-b8a7-de516338c505" providerId="AD" clId="Web-{0508A713-2011-0A81-6AD7-C5EF585CA5F0}" dt="2025-10-27T15:56:07.346" v="1053"/>
        <pc:sldMkLst>
          <pc:docMk/>
          <pc:sldMk cId="463826768" sldId="319"/>
        </pc:sldMkLst>
      </pc:sldChg>
    </pc:docChg>
  </pc:docChgLst>
  <pc:docChgLst>
    <pc:chgData name="Emilio Morales" userId="S::emilio.morales@uees.edu.sv::0cf46b05-f867-45a6-b8a7-de516338c505" providerId="AD" clId="Web-{22586CAD-4997-8001-EB2D-43FC88F825CB}"/>
    <pc:docChg chg="addSld delSld modSld sldOrd">
      <pc:chgData name="Emilio Morales" userId="S::emilio.morales@uees.edu.sv::0cf46b05-f867-45a6-b8a7-de516338c505" providerId="AD" clId="Web-{22586CAD-4997-8001-EB2D-43FC88F825CB}" dt="2025-10-27T04:56:10.580" v="1757" actId="20577"/>
      <pc:docMkLst>
        <pc:docMk/>
      </pc:docMkLst>
      <pc:sldChg chg="modSp">
        <pc:chgData name="Emilio Morales" userId="S::emilio.morales@uees.edu.sv::0cf46b05-f867-45a6-b8a7-de516338c505" providerId="AD" clId="Web-{22586CAD-4997-8001-EB2D-43FC88F825CB}" dt="2025-10-27T04:47:28.797" v="1676" actId="14100"/>
        <pc:sldMkLst>
          <pc:docMk/>
          <pc:sldMk cId="0" sldId="263"/>
        </pc:sldMkLst>
        <pc:spChg chg="mod">
          <ac:chgData name="Emilio Morales" userId="S::emilio.morales@uees.edu.sv::0cf46b05-f867-45a6-b8a7-de516338c505" providerId="AD" clId="Web-{22586CAD-4997-8001-EB2D-43FC88F825CB}" dt="2025-10-27T04:47:28.797" v="1676" actId="14100"/>
          <ac:spMkLst>
            <pc:docMk/>
            <pc:sldMk cId="0" sldId="263"/>
            <ac:spMk id="33" creationId="{06FC7F78-5A81-5AF8-2ACC-79922C6A3268}"/>
          </ac:spMkLst>
        </pc:spChg>
      </pc:sldChg>
      <pc:sldChg chg="modSp">
        <pc:chgData name="Emilio Morales" userId="S::emilio.morales@uees.edu.sv::0cf46b05-f867-45a6-b8a7-de516338c505" providerId="AD" clId="Web-{22586CAD-4997-8001-EB2D-43FC88F825CB}" dt="2025-10-27T04:50:55.222" v="1747" actId="20577"/>
        <pc:sldMkLst>
          <pc:docMk/>
          <pc:sldMk cId="1151075619" sldId="291"/>
        </pc:sldMkLst>
        <pc:spChg chg="mod">
          <ac:chgData name="Emilio Morales" userId="S::emilio.morales@uees.edu.sv::0cf46b05-f867-45a6-b8a7-de516338c505" providerId="AD" clId="Web-{22586CAD-4997-8001-EB2D-43FC88F825CB}" dt="2025-10-27T04:50:55.222" v="1747" actId="20577"/>
          <ac:spMkLst>
            <pc:docMk/>
            <pc:sldMk cId="1151075619" sldId="291"/>
            <ac:spMk id="2" creationId="{2416D32C-95EA-4A6B-A304-972A34060942}"/>
          </ac:spMkLst>
        </pc:spChg>
        <pc:spChg chg="mod">
          <ac:chgData name="Emilio Morales" userId="S::emilio.morales@uees.edu.sv::0cf46b05-f867-45a6-b8a7-de516338c505" providerId="AD" clId="Web-{22586CAD-4997-8001-EB2D-43FC88F825CB}" dt="2025-10-27T02:38:45.610" v="409" actId="1076"/>
          <ac:spMkLst>
            <pc:docMk/>
            <pc:sldMk cId="1151075619" sldId="291"/>
            <ac:spMk id="3" creationId="{8EAC0144-6BD4-B960-D16D-2FAFDA1B1533}"/>
          </ac:spMkLst>
        </pc:spChg>
        <pc:graphicFrameChg chg="mod modGraphic">
          <ac:chgData name="Emilio Morales" userId="S::emilio.morales@uees.edu.sv::0cf46b05-f867-45a6-b8a7-de516338c505" providerId="AD" clId="Web-{22586CAD-4997-8001-EB2D-43FC88F825CB}" dt="2025-10-27T02:37:58.703" v="404" actId="1076"/>
          <ac:graphicFrameMkLst>
            <pc:docMk/>
            <pc:sldMk cId="1151075619" sldId="291"/>
            <ac:graphicFrameMk id="4" creationId="{2C88836B-EEDF-4CE7-810E-7E5A52BE7700}"/>
          </ac:graphicFrameMkLst>
        </pc:graphicFrameChg>
      </pc:sldChg>
      <pc:sldChg chg="addSp delSp modSp ord">
        <pc:chgData name="Emilio Morales" userId="S::emilio.morales@uees.edu.sv::0cf46b05-f867-45a6-b8a7-de516338c505" providerId="AD" clId="Web-{22586CAD-4997-8001-EB2D-43FC88F825CB}" dt="2025-10-27T04:56:10.580" v="1757" actId="20577"/>
        <pc:sldMkLst>
          <pc:docMk/>
          <pc:sldMk cId="2725625311" sldId="301"/>
        </pc:sldMkLst>
        <pc:spChg chg="add mod">
          <ac:chgData name="Emilio Morales" userId="S::emilio.morales@uees.edu.sv::0cf46b05-f867-45a6-b8a7-de516338c505" providerId="AD" clId="Web-{22586CAD-4997-8001-EB2D-43FC88F825CB}" dt="2025-10-27T04:49:59.143" v="1734" actId="20577"/>
          <ac:spMkLst>
            <pc:docMk/>
            <pc:sldMk cId="2725625311" sldId="301"/>
            <ac:spMk id="2" creationId="{6439206C-7F57-138A-ECD5-C05FC2AD57E3}"/>
          </ac:spMkLst>
        </pc:spChg>
        <pc:spChg chg="add del mod">
          <ac:chgData name="Emilio Morales" userId="S::emilio.morales@uees.edu.sv::0cf46b05-f867-45a6-b8a7-de516338c505" providerId="AD" clId="Web-{22586CAD-4997-8001-EB2D-43FC88F825CB}" dt="2025-10-26T22:39:24" v="1"/>
          <ac:spMkLst>
            <pc:docMk/>
            <pc:sldMk cId="2725625311" sldId="301"/>
            <ac:spMk id="3" creationId="{468A499F-C1F0-E47E-38F7-9C60B92B3581}"/>
          </ac:spMkLst>
        </pc:spChg>
        <pc:spChg chg="add del mod">
          <ac:chgData name="Emilio Morales" userId="S::emilio.morales@uees.edu.sv::0cf46b05-f867-45a6-b8a7-de516338c505" providerId="AD" clId="Web-{22586CAD-4997-8001-EB2D-43FC88F825CB}" dt="2025-10-27T04:45:58.951" v="1669"/>
          <ac:spMkLst>
            <pc:docMk/>
            <pc:sldMk cId="2725625311" sldId="301"/>
            <ac:spMk id="3" creationId="{48D85E2F-3930-8642-3D58-C57D7E5F2775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7T04:56:04.501" v="1754" actId="20577"/>
          <ac:spMkLst>
            <pc:docMk/>
            <pc:sldMk cId="2725625311" sldId="301"/>
            <ac:spMk id="4" creationId="{0AD8E3D0-4C9A-8ED0-F7DF-B31A48249F78}"/>
          </ac:spMkLst>
        </pc:spChg>
        <pc:spChg chg="del">
          <ac:chgData name="Emilio Morales" userId="S::emilio.morales@uees.edu.sv::0cf46b05-f867-45a6-b8a7-de516338c505" providerId="AD" clId="Web-{22586CAD-4997-8001-EB2D-43FC88F825CB}" dt="2025-10-26T22:39:22.812" v="0"/>
          <ac:spMkLst>
            <pc:docMk/>
            <pc:sldMk cId="2725625311" sldId="301"/>
            <ac:spMk id="4" creationId="{55459C56-BA00-45A7-956A-95FDBC086C4E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7T04:56:10.580" v="1757" actId="20577"/>
          <ac:spMkLst>
            <pc:docMk/>
            <pc:sldMk cId="2725625311" sldId="301"/>
            <ac:spMk id="5" creationId="{426161B7-625C-7B3E-C5A1-4367F9AE01A4}"/>
          </ac:spMkLst>
        </pc:spChg>
        <pc:spChg chg="del">
          <ac:chgData name="Emilio Morales" userId="S::emilio.morales@uees.edu.sv::0cf46b05-f867-45a6-b8a7-de516338c505" providerId="AD" clId="Web-{22586CAD-4997-8001-EB2D-43FC88F825CB}" dt="2025-10-26T22:48:46.951" v="19"/>
          <ac:spMkLst>
            <pc:docMk/>
            <pc:sldMk cId="2725625311" sldId="301"/>
            <ac:spMk id="7" creationId="{8DA2B092-45DB-4228-8230-6EA6DFC911B3}"/>
          </ac:spMkLst>
        </pc:spChg>
        <pc:spChg chg="mod">
          <ac:chgData name="Emilio Morales" userId="S::emilio.morales@uees.edu.sv::0cf46b05-f867-45a6-b8a7-de516338c505" providerId="AD" clId="Web-{22586CAD-4997-8001-EB2D-43FC88F825CB}" dt="2025-10-27T04:50:36.003" v="1736" actId="20577"/>
          <ac:spMkLst>
            <pc:docMk/>
            <pc:sldMk cId="2725625311" sldId="301"/>
            <ac:spMk id="8" creationId="{7949129C-8BFD-422B-B9FB-D308935AC8B7}"/>
          </ac:spMkLst>
        </pc:spChg>
        <pc:spChg chg="add del mod">
          <ac:chgData name="Emilio Morales" userId="S::emilio.morales@uees.edu.sv::0cf46b05-f867-45a6-b8a7-de516338c505" providerId="AD" clId="Web-{22586CAD-4997-8001-EB2D-43FC88F825CB}" dt="2025-10-26T22:48:30.919" v="14"/>
          <ac:spMkLst>
            <pc:docMk/>
            <pc:sldMk cId="2725625311" sldId="301"/>
            <ac:spMk id="14" creationId="{CDDA6606-D005-4430-D3BF-0E92F205B518}"/>
          </ac:spMkLst>
        </pc:spChg>
        <pc:picChg chg="add del mod ord">
          <ac:chgData name="Emilio Morales" userId="S::emilio.morales@uees.edu.sv::0cf46b05-f867-45a6-b8a7-de516338c505" providerId="AD" clId="Web-{22586CAD-4997-8001-EB2D-43FC88F825CB}" dt="2025-10-26T22:48:27.575" v="13"/>
          <ac:picMkLst>
            <pc:docMk/>
            <pc:sldMk cId="2725625311" sldId="301"/>
            <ac:picMk id="5" creationId="{6F2075CA-7511-5731-2BA8-9E363567B6E2}"/>
          </ac:picMkLst>
        </pc:picChg>
        <pc:picChg chg="add del mod">
          <ac:chgData name="Emilio Morales" userId="S::emilio.morales@uees.edu.sv::0cf46b05-f867-45a6-b8a7-de516338c505" providerId="AD" clId="Web-{22586CAD-4997-8001-EB2D-43FC88F825CB}" dt="2025-10-26T22:39:50.766" v="5"/>
          <ac:picMkLst>
            <pc:docMk/>
            <pc:sldMk cId="2725625311" sldId="301"/>
            <ac:picMk id="6" creationId="{DA41056D-C6E4-E595-067D-78DD82B11B43}"/>
          </ac:picMkLst>
        </pc:picChg>
        <pc:picChg chg="add del mod">
          <ac:chgData name="Emilio Morales" userId="S::emilio.morales@uees.edu.sv::0cf46b05-f867-45a6-b8a7-de516338c505" providerId="AD" clId="Web-{22586CAD-4997-8001-EB2D-43FC88F825CB}" dt="2025-10-26T22:40:00.938" v="7"/>
          <ac:picMkLst>
            <pc:docMk/>
            <pc:sldMk cId="2725625311" sldId="301"/>
            <ac:picMk id="9" creationId="{52EB7254-3CF1-E117-2CE9-8775B0414593}"/>
          </ac:picMkLst>
        </pc:picChg>
        <pc:picChg chg="add del mod">
          <ac:chgData name="Emilio Morales" userId="S::emilio.morales@uees.edu.sv::0cf46b05-f867-45a6-b8a7-de516338c505" providerId="AD" clId="Web-{22586CAD-4997-8001-EB2D-43FC88F825CB}" dt="2025-10-26T22:40:34.064" v="10"/>
          <ac:picMkLst>
            <pc:docMk/>
            <pc:sldMk cId="2725625311" sldId="301"/>
            <ac:picMk id="11" creationId="{B9F8A6B7-A199-AFBB-D8FD-A2F7D85B9458}"/>
          </ac:picMkLst>
        </pc:picChg>
        <pc:picChg chg="add del mod">
          <ac:chgData name="Emilio Morales" userId="S::emilio.morales@uees.edu.sv::0cf46b05-f867-45a6-b8a7-de516338c505" providerId="AD" clId="Web-{22586CAD-4997-8001-EB2D-43FC88F825CB}" dt="2025-10-26T22:41:06.504" v="12"/>
          <ac:picMkLst>
            <pc:docMk/>
            <pc:sldMk cId="2725625311" sldId="301"/>
            <ac:picMk id="12" creationId="{55190775-6555-CFCA-9AD9-D24EC11757BF}"/>
          </ac:picMkLst>
        </pc:picChg>
        <pc:picChg chg="add del mod">
          <ac:chgData name="Emilio Morales" userId="S::emilio.morales@uees.edu.sv::0cf46b05-f867-45a6-b8a7-de516338c505" providerId="AD" clId="Web-{22586CAD-4997-8001-EB2D-43FC88F825CB}" dt="2025-10-26T22:55:58.442" v="44"/>
          <ac:picMkLst>
            <pc:docMk/>
            <pc:sldMk cId="2725625311" sldId="301"/>
            <ac:picMk id="15" creationId="{06FB4365-D0BA-1D96-9498-22DA855A1F31}"/>
          </ac:picMkLst>
        </pc:picChg>
        <pc:picChg chg="add del mod">
          <ac:chgData name="Emilio Morales" userId="S::emilio.morales@uees.edu.sv::0cf46b05-f867-45a6-b8a7-de516338c505" providerId="AD" clId="Web-{22586CAD-4997-8001-EB2D-43FC88F825CB}" dt="2025-10-26T22:51:38.985" v="39"/>
          <ac:picMkLst>
            <pc:docMk/>
            <pc:sldMk cId="2725625311" sldId="301"/>
            <ac:picMk id="16" creationId="{F5D390C4-5C08-A154-0506-62FBBFF6200E}"/>
          </ac:picMkLst>
        </pc:picChg>
        <pc:picChg chg="add del mod modCrop">
          <ac:chgData name="Emilio Morales" userId="S::emilio.morales@uees.edu.sv::0cf46b05-f867-45a6-b8a7-de516338c505" providerId="AD" clId="Web-{22586CAD-4997-8001-EB2D-43FC88F825CB}" dt="2025-10-26T22:51:54.938" v="43"/>
          <ac:picMkLst>
            <pc:docMk/>
            <pc:sldMk cId="2725625311" sldId="301"/>
            <ac:picMk id="17" creationId="{B214DF86-4861-813C-0609-28B2BAC8B228}"/>
          </ac:picMkLst>
        </pc:picChg>
      </pc:sldChg>
      <pc:sldChg chg="modSp ord">
        <pc:chgData name="Emilio Morales" userId="S::emilio.morales@uees.edu.sv::0cf46b05-f867-45a6-b8a7-de516338c505" providerId="AD" clId="Web-{22586CAD-4997-8001-EB2D-43FC88F825CB}" dt="2025-10-27T04:46:56.921" v="1674" actId="20577"/>
        <pc:sldMkLst>
          <pc:docMk/>
          <pc:sldMk cId="297748087" sldId="303"/>
        </pc:sldMkLst>
        <pc:spChg chg="mod">
          <ac:chgData name="Emilio Morales" userId="S::emilio.morales@uees.edu.sv::0cf46b05-f867-45a6-b8a7-de516338c505" providerId="AD" clId="Web-{22586CAD-4997-8001-EB2D-43FC88F825CB}" dt="2025-10-27T03:55:06.865" v="1144" actId="1076"/>
          <ac:spMkLst>
            <pc:docMk/>
            <pc:sldMk cId="297748087" sldId="303"/>
            <ac:spMk id="3" creationId="{E24EBC79-629B-44B0-9E2D-54DD8FFC6FFE}"/>
          </ac:spMkLst>
        </pc:spChg>
        <pc:spChg chg="mod">
          <ac:chgData name="Emilio Morales" userId="S::emilio.morales@uees.edu.sv::0cf46b05-f867-45a6-b8a7-de516338c505" providerId="AD" clId="Web-{22586CAD-4997-8001-EB2D-43FC88F825CB}" dt="2025-10-27T04:46:56.921" v="1674" actId="20577"/>
          <ac:spMkLst>
            <pc:docMk/>
            <pc:sldMk cId="297748087" sldId="303"/>
            <ac:spMk id="4" creationId="{78ABE1FD-C5F8-47F3-958F-E267455439F4}"/>
          </ac:spMkLst>
        </pc:spChg>
      </pc:sldChg>
      <pc:sldChg chg="addSp delSp modSp delAnim">
        <pc:chgData name="Emilio Morales" userId="S::emilio.morales@uees.edu.sv::0cf46b05-f867-45a6-b8a7-de516338c505" providerId="AD" clId="Web-{22586CAD-4997-8001-EB2D-43FC88F825CB}" dt="2025-10-27T03:55:51.037" v="1148"/>
        <pc:sldMkLst>
          <pc:docMk/>
          <pc:sldMk cId="4265032465" sldId="306"/>
        </pc:sldMkLst>
        <pc:spChg chg="mod">
          <ac:chgData name="Emilio Morales" userId="S::emilio.morales@uees.edu.sv::0cf46b05-f867-45a6-b8a7-de516338c505" providerId="AD" clId="Web-{22586CAD-4997-8001-EB2D-43FC88F825CB}" dt="2025-10-27T03:53:23.221" v="1097" actId="20577"/>
          <ac:spMkLst>
            <pc:docMk/>
            <pc:sldMk cId="4265032465" sldId="306"/>
            <ac:spMk id="2" creationId="{BF47286F-FDAB-419E-B2E3-A6619F7C972C}"/>
          </ac:spMkLst>
        </pc:spChg>
        <pc:spChg chg="del">
          <ac:chgData name="Emilio Morales" userId="S::emilio.morales@uees.edu.sv::0cf46b05-f867-45a6-b8a7-de516338c505" providerId="AD" clId="Web-{22586CAD-4997-8001-EB2D-43FC88F825CB}" dt="2025-10-27T03:37:33.841" v="580"/>
          <ac:spMkLst>
            <pc:docMk/>
            <pc:sldMk cId="4265032465" sldId="306"/>
            <ac:spMk id="5" creationId="{2B79C56D-ADE8-4FAD-89A4-0F961B55A208}"/>
          </ac:spMkLst>
        </pc:spChg>
        <pc:spChg chg="del">
          <ac:chgData name="Emilio Morales" userId="S::emilio.morales@uees.edu.sv::0cf46b05-f867-45a6-b8a7-de516338c505" providerId="AD" clId="Web-{22586CAD-4997-8001-EB2D-43FC88F825CB}" dt="2025-10-27T03:37:36.654" v="581"/>
          <ac:spMkLst>
            <pc:docMk/>
            <pc:sldMk cId="4265032465" sldId="306"/>
            <ac:spMk id="6" creationId="{56847C6E-F8E7-4B3E-80F1-4EA5255D344D}"/>
          </ac:spMkLst>
        </pc:spChg>
        <pc:spChg chg="add del mod">
          <ac:chgData name="Emilio Morales" userId="S::emilio.morales@uees.edu.sv::0cf46b05-f867-45a6-b8a7-de516338c505" providerId="AD" clId="Web-{22586CAD-4997-8001-EB2D-43FC88F825CB}" dt="2025-10-27T03:44:12.552" v="839"/>
          <ac:spMkLst>
            <pc:docMk/>
            <pc:sldMk cId="4265032465" sldId="306"/>
            <ac:spMk id="1288" creationId="{86DCF50E-5ADB-408D-A998-65D75DA2C251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7T03:55:48.756" v="1147"/>
          <ac:spMkLst>
            <pc:docMk/>
            <pc:sldMk cId="4265032465" sldId="306"/>
            <ac:spMk id="1289" creationId="{9100F3A4-DC42-33AE-2728-E1D0BA42125A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7T03:55:51.037" v="1148"/>
          <ac:spMkLst>
            <pc:docMk/>
            <pc:sldMk cId="4265032465" sldId="306"/>
            <ac:spMk id="1290" creationId="{34D152B0-3CBD-CFFB-6D1E-8FB03600BE89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7T03:45:56.617" v="887" actId="1076"/>
          <ac:spMkLst>
            <pc:docMk/>
            <pc:sldMk cId="4265032465" sldId="306"/>
            <ac:spMk id="1291" creationId="{69A6D11B-8D54-0BD8-9798-CD16E026A5E5}"/>
          </ac:spMkLst>
        </pc:spChg>
        <pc:spChg chg="add del">
          <ac:chgData name="Emilio Morales" userId="S::emilio.morales@uees.edu.sv::0cf46b05-f867-45a6-b8a7-de516338c505" providerId="AD" clId="Web-{22586CAD-4997-8001-EB2D-43FC88F825CB}" dt="2025-10-27T03:46:06.071" v="889"/>
          <ac:spMkLst>
            <pc:docMk/>
            <pc:sldMk cId="4265032465" sldId="306"/>
            <ac:spMk id="1292" creationId="{1B90CF3E-6E65-A373-8C81-C855CDA47BAC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7T03:47:19.031" v="920" actId="1076"/>
          <ac:spMkLst>
            <pc:docMk/>
            <pc:sldMk cId="4265032465" sldId="306"/>
            <ac:spMk id="1293" creationId="{79B156C6-3184-E8FF-F972-6EAA02738EED}"/>
          </ac:spMkLst>
        </pc:spChg>
        <pc:spChg chg="add del">
          <ac:chgData name="Emilio Morales" userId="S::emilio.morales@uees.edu.sv::0cf46b05-f867-45a6-b8a7-de516338c505" providerId="AD" clId="Web-{22586CAD-4997-8001-EB2D-43FC88F825CB}" dt="2025-10-27T03:47:26.735" v="922"/>
          <ac:spMkLst>
            <pc:docMk/>
            <pc:sldMk cId="4265032465" sldId="306"/>
            <ac:spMk id="1294" creationId="{A282D2BC-C028-D42A-91B3-5E2529CE4C07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7T03:47:37.861" v="927" actId="20577"/>
          <ac:spMkLst>
            <pc:docMk/>
            <pc:sldMk cId="4265032465" sldId="306"/>
            <ac:spMk id="1295" creationId="{06B9995E-7C5A-076D-0130-175189AD3DBF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7T03:48:11.957" v="933" actId="1076"/>
          <ac:spMkLst>
            <pc:docMk/>
            <pc:sldMk cId="4265032465" sldId="306"/>
            <ac:spMk id="1296" creationId="{85AC09B7-A400-529B-1AFA-EABCBB645E95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7T03:48:32.443" v="939" actId="20577"/>
          <ac:spMkLst>
            <pc:docMk/>
            <pc:sldMk cId="4265032465" sldId="306"/>
            <ac:spMk id="1297" creationId="{DA2D7F15-58F4-5DCA-2A89-149113D04BB4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7T03:49:58.839" v="980" actId="1076"/>
          <ac:spMkLst>
            <pc:docMk/>
            <pc:sldMk cId="4265032465" sldId="306"/>
            <ac:spMk id="1298" creationId="{34B8862C-AEF5-6ABB-ECB0-4C95B885124C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7T03:52:57.502" v="1095" actId="20577"/>
          <ac:spMkLst>
            <pc:docMk/>
            <pc:sldMk cId="4265032465" sldId="306"/>
            <ac:spMk id="1350" creationId="{ECD4F6A6-D0A9-7D0B-DD4D-BEC119B57D28}"/>
          </ac:spMkLst>
        </pc:spChg>
        <pc:graphicFrameChg chg="add mod modGraphic">
          <ac:chgData name="Emilio Morales" userId="S::emilio.morales@uees.edu.sv::0cf46b05-f867-45a6-b8a7-de516338c505" providerId="AD" clId="Web-{22586CAD-4997-8001-EB2D-43FC88F825CB}" dt="2025-10-27T03:55:38.459" v="1146"/>
          <ac:graphicFrameMkLst>
            <pc:docMk/>
            <pc:sldMk cId="4265032465" sldId="306"/>
            <ac:graphicFrameMk id="3" creationId="{C1FAFC5C-4CA5-A2F0-73F9-D60236E11A0B}"/>
          </ac:graphicFrameMkLst>
        </pc:graphicFrameChg>
        <pc:picChg chg="del">
          <ac:chgData name="Emilio Morales" userId="S::emilio.morales@uees.edu.sv::0cf46b05-f867-45a6-b8a7-de516338c505" providerId="AD" clId="Web-{22586CAD-4997-8001-EB2D-43FC88F825CB}" dt="2025-10-27T03:37:27.466" v="578"/>
          <ac:picMkLst>
            <pc:docMk/>
            <pc:sldMk cId="4265032465" sldId="306"/>
            <ac:picMk id="4" creationId="{FC21C735-1D22-415C-8567-5DB779B24C16}"/>
          </ac:picMkLst>
        </pc:picChg>
        <pc:picChg chg="del">
          <ac:chgData name="Emilio Morales" userId="S::emilio.morales@uees.edu.sv::0cf46b05-f867-45a6-b8a7-de516338c505" providerId="AD" clId="Web-{22586CAD-4997-8001-EB2D-43FC88F825CB}" dt="2025-10-27T03:37:29.498" v="579"/>
          <ac:picMkLst>
            <pc:docMk/>
            <pc:sldMk cId="4265032465" sldId="306"/>
            <ac:picMk id="8" creationId="{DA115BDB-5F33-48CE-B827-D452FBC12844}"/>
          </ac:picMkLst>
        </pc:picChg>
      </pc:sldChg>
      <pc:sldChg chg="del">
        <pc:chgData name="Emilio Morales" userId="S::emilio.morales@uees.edu.sv::0cf46b05-f867-45a6-b8a7-de516338c505" providerId="AD" clId="Web-{22586CAD-4997-8001-EB2D-43FC88F825CB}" dt="2025-10-27T02:43:32.881" v="520"/>
        <pc:sldMkLst>
          <pc:docMk/>
          <pc:sldMk cId="3957406358" sldId="307"/>
        </pc:sldMkLst>
      </pc:sldChg>
      <pc:sldChg chg="addSp delSp modSp add replId delAnim">
        <pc:chgData name="Emilio Morales" userId="S::emilio.morales@uees.edu.sv::0cf46b05-f867-45a6-b8a7-de516338c505" providerId="AD" clId="Web-{22586CAD-4997-8001-EB2D-43FC88F825CB}" dt="2025-10-27T01:32:22.490" v="260" actId="20577"/>
        <pc:sldMkLst>
          <pc:docMk/>
          <pc:sldMk cId="989965997" sldId="311"/>
        </pc:sldMkLst>
        <pc:spChg chg="add mod">
          <ac:chgData name="Emilio Morales" userId="S::emilio.morales@uees.edu.sv::0cf46b05-f867-45a6-b8a7-de516338c505" providerId="AD" clId="Web-{22586CAD-4997-8001-EB2D-43FC88F825CB}" dt="2025-10-27T01:32:22.490" v="260" actId="20577"/>
          <ac:spMkLst>
            <pc:docMk/>
            <pc:sldMk cId="989965997" sldId="311"/>
            <ac:spMk id="2" creationId="{E2F4C3D3-427F-CB74-D699-AB417A7CBE14}"/>
          </ac:spMkLst>
        </pc:spChg>
        <pc:spChg chg="mod">
          <ac:chgData name="Emilio Morales" userId="S::emilio.morales@uees.edu.sv::0cf46b05-f867-45a6-b8a7-de516338c505" providerId="AD" clId="Web-{22586CAD-4997-8001-EB2D-43FC88F825CB}" dt="2025-10-26T22:56:21.177" v="51" actId="1076"/>
          <ac:spMkLst>
            <pc:docMk/>
            <pc:sldMk cId="989965997" sldId="311"/>
            <ac:spMk id="3" creationId="{F91FE32D-55EB-587E-6CED-51FD845AF70E}"/>
          </ac:spMkLst>
        </pc:spChg>
        <pc:spChg chg="mod">
          <ac:chgData name="Emilio Morales" userId="S::emilio.morales@uees.edu.sv::0cf46b05-f867-45a6-b8a7-de516338c505" providerId="AD" clId="Web-{22586CAD-4997-8001-EB2D-43FC88F825CB}" dt="2025-10-27T01:29:49.376" v="229" actId="20577"/>
          <ac:spMkLst>
            <pc:docMk/>
            <pc:sldMk cId="989965997" sldId="311"/>
            <ac:spMk id="4" creationId="{FD8ACA92-256B-94C3-BA51-3C797A9E4DB2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6T22:58:26.995" v="70" actId="20577"/>
          <ac:spMkLst>
            <pc:docMk/>
            <pc:sldMk cId="989965997" sldId="311"/>
            <ac:spMk id="5" creationId="{F902007F-1487-2E76-901C-3B1F4EF421EA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7T01:30:41.722" v="233" actId="20577"/>
          <ac:spMkLst>
            <pc:docMk/>
            <pc:sldMk cId="989965997" sldId="311"/>
            <ac:spMk id="7" creationId="{4A88A8CD-B093-BD8D-ED27-8E0F4A4CF27F}"/>
          </ac:spMkLst>
        </pc:spChg>
        <pc:spChg chg="del">
          <ac:chgData name="Emilio Morales" userId="S::emilio.morales@uees.edu.sv::0cf46b05-f867-45a6-b8a7-de516338c505" providerId="AD" clId="Web-{22586CAD-4997-8001-EB2D-43FC88F825CB}" dt="2025-10-26T22:58:27.949" v="71"/>
          <ac:spMkLst>
            <pc:docMk/>
            <pc:sldMk cId="989965997" sldId="311"/>
            <ac:spMk id="9" creationId="{F587AC7D-25AE-BCD0-3CF0-A62ABCA96D87}"/>
          </ac:spMkLst>
        </pc:spChg>
      </pc:sldChg>
      <pc:sldChg chg="addSp delSp modSp add replId">
        <pc:chgData name="Emilio Morales" userId="S::emilio.morales@uees.edu.sv::0cf46b05-f867-45a6-b8a7-de516338c505" providerId="AD" clId="Web-{22586CAD-4997-8001-EB2D-43FC88F825CB}" dt="2025-10-27T04:44:26.042" v="1667" actId="20577"/>
        <pc:sldMkLst>
          <pc:docMk/>
          <pc:sldMk cId="2027945468" sldId="312"/>
        </pc:sldMkLst>
        <pc:spChg chg="del">
          <ac:chgData name="Emilio Morales" userId="S::emilio.morales@uees.edu.sv::0cf46b05-f867-45a6-b8a7-de516338c505" providerId="AD" clId="Web-{22586CAD-4997-8001-EB2D-43FC88F825CB}" dt="2025-10-27T02:40:50.363" v="411"/>
          <ac:spMkLst>
            <pc:docMk/>
            <pc:sldMk cId="2027945468" sldId="312"/>
            <ac:spMk id="2" creationId="{0263EA78-07DE-FCDB-60EE-1C7023F6251A}"/>
          </ac:spMkLst>
        </pc:spChg>
        <pc:spChg chg="del">
          <ac:chgData name="Emilio Morales" userId="S::emilio.morales@uees.edu.sv::0cf46b05-f867-45a6-b8a7-de516338c505" providerId="AD" clId="Web-{22586CAD-4997-8001-EB2D-43FC88F825CB}" dt="2025-10-27T02:40:52.300" v="412"/>
          <ac:spMkLst>
            <pc:docMk/>
            <pc:sldMk cId="2027945468" sldId="312"/>
            <ac:spMk id="5" creationId="{D16BCC10-5E7D-3DDA-A472-F7D62222624E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7T04:35:32.092" v="1596" actId="1076"/>
          <ac:spMkLst>
            <pc:docMk/>
            <pc:sldMk cId="2027945468" sldId="312"/>
            <ac:spMk id="24" creationId="{2A86DB67-A0F7-58FA-256D-B6A8D2CF29DF}"/>
          </ac:spMkLst>
        </pc:spChg>
        <pc:graphicFrameChg chg="mod modGraphic">
          <ac:chgData name="Emilio Morales" userId="S::emilio.morales@uees.edu.sv::0cf46b05-f867-45a6-b8a7-de516338c505" providerId="AD" clId="Web-{22586CAD-4997-8001-EB2D-43FC88F825CB}" dt="2025-10-27T04:44:26.042" v="1667" actId="20577"/>
          <ac:graphicFrameMkLst>
            <pc:docMk/>
            <pc:sldMk cId="2027945468" sldId="312"/>
            <ac:graphicFrameMk id="4" creationId="{71B519D0-4E83-D0F0-0F30-ED3973829C36}"/>
          </ac:graphicFrameMkLst>
        </pc:graphicFrameChg>
        <pc:picChg chg="add del mod">
          <ac:chgData name="Emilio Morales" userId="S::emilio.morales@uees.edu.sv::0cf46b05-f867-45a6-b8a7-de516338c505" providerId="AD" clId="Web-{22586CAD-4997-8001-EB2D-43FC88F825CB}" dt="2025-10-27T02:41:09.957" v="414"/>
          <ac:picMkLst>
            <pc:docMk/>
            <pc:sldMk cId="2027945468" sldId="312"/>
            <ac:picMk id="34" creationId="{BEC02B5B-B366-DD7F-13D3-AB53BD61E35D}"/>
          </ac:picMkLst>
        </pc:picChg>
        <pc:picChg chg="add del mod">
          <ac:chgData name="Emilio Morales" userId="S::emilio.morales@uees.edu.sv::0cf46b05-f867-45a6-b8a7-de516338c505" providerId="AD" clId="Web-{22586CAD-4997-8001-EB2D-43FC88F825CB}" dt="2025-10-27T02:41:56.364" v="419"/>
          <ac:picMkLst>
            <pc:docMk/>
            <pc:sldMk cId="2027945468" sldId="312"/>
            <ac:picMk id="53" creationId="{259D4675-F19F-26A3-6D5D-AC7C5030DF5B}"/>
          </ac:picMkLst>
        </pc:picChg>
      </pc:sldChg>
      <pc:sldChg chg="addSp delSp modSp new del mod setBg">
        <pc:chgData name="Emilio Morales" userId="S::emilio.morales@uees.edu.sv::0cf46b05-f867-45a6-b8a7-de516338c505" providerId="AD" clId="Web-{22586CAD-4997-8001-EB2D-43FC88F825CB}" dt="2025-10-27T01:35:35.931" v="272"/>
        <pc:sldMkLst>
          <pc:docMk/>
          <pc:sldMk cId="3340533522" sldId="312"/>
        </pc:sldMkLst>
        <pc:spChg chg="del">
          <ac:chgData name="Emilio Morales" userId="S::emilio.morales@uees.edu.sv::0cf46b05-f867-45a6-b8a7-de516338c505" providerId="AD" clId="Web-{22586CAD-4997-8001-EB2D-43FC88F825CB}" dt="2025-10-27T01:34:30.773" v="265"/>
          <ac:spMkLst>
            <pc:docMk/>
            <pc:sldMk cId="3340533522" sldId="312"/>
            <ac:spMk id="2" creationId="{F0E1FA1E-02ED-CE4A-5DF7-2ACBF2B59322}"/>
          </ac:spMkLst>
        </pc:spChg>
        <pc:spChg chg="del">
          <ac:chgData name="Emilio Morales" userId="S::emilio.morales@uees.edu.sv::0cf46b05-f867-45a6-b8a7-de516338c505" providerId="AD" clId="Web-{22586CAD-4997-8001-EB2D-43FC88F825CB}" dt="2025-10-27T01:33:49.897" v="262"/>
          <ac:spMkLst>
            <pc:docMk/>
            <pc:sldMk cId="3340533522" sldId="312"/>
            <ac:spMk id="3" creationId="{3A16BE83-E036-57E8-81B8-40021B1BDF08}"/>
          </ac:spMkLst>
        </pc:spChg>
        <pc:spChg chg="add del mod">
          <ac:chgData name="Emilio Morales" userId="S::emilio.morales@uees.edu.sv::0cf46b05-f867-45a6-b8a7-de516338c505" providerId="AD" clId="Web-{22586CAD-4997-8001-EB2D-43FC88F825CB}" dt="2025-10-27T01:34:14.351" v="264"/>
          <ac:spMkLst>
            <pc:docMk/>
            <pc:sldMk cId="3340533522" sldId="312"/>
            <ac:spMk id="6" creationId="{169BBC88-4E18-0740-1974-80D4E3B74BFB}"/>
          </ac:spMkLst>
        </pc:spChg>
        <pc:spChg chg="add">
          <ac:chgData name="Emilio Morales" userId="S::emilio.morales@uees.edu.sv::0cf46b05-f867-45a6-b8a7-de516338c505" providerId="AD" clId="Web-{22586CAD-4997-8001-EB2D-43FC88F825CB}" dt="2025-10-27T01:35:20.977" v="271"/>
          <ac:spMkLst>
            <pc:docMk/>
            <pc:sldMk cId="3340533522" sldId="312"/>
            <ac:spMk id="13" creationId="{F3060C83-F051-4F0E-ABAD-AA0DFC48B218}"/>
          </ac:spMkLst>
        </pc:spChg>
        <pc:spChg chg="add">
          <ac:chgData name="Emilio Morales" userId="S::emilio.morales@uees.edu.sv::0cf46b05-f867-45a6-b8a7-de516338c505" providerId="AD" clId="Web-{22586CAD-4997-8001-EB2D-43FC88F825CB}" dt="2025-10-27T01:35:20.977" v="271"/>
          <ac:spMkLst>
            <pc:docMk/>
            <pc:sldMk cId="3340533522" sldId="312"/>
            <ac:spMk id="15" creationId="{83C98ABE-055B-441F-B07E-44F97F083C39}"/>
          </ac:spMkLst>
        </pc:spChg>
        <pc:spChg chg="add">
          <ac:chgData name="Emilio Morales" userId="S::emilio.morales@uees.edu.sv::0cf46b05-f867-45a6-b8a7-de516338c505" providerId="AD" clId="Web-{22586CAD-4997-8001-EB2D-43FC88F825CB}" dt="2025-10-27T01:35:20.977" v="271"/>
          <ac:spMkLst>
            <pc:docMk/>
            <pc:sldMk cId="3340533522" sldId="312"/>
            <ac:spMk id="17" creationId="{29FDB030-9B49-4CED-8CCD-4D99382388AC}"/>
          </ac:spMkLst>
        </pc:spChg>
        <pc:spChg chg="add">
          <ac:chgData name="Emilio Morales" userId="S::emilio.morales@uees.edu.sv::0cf46b05-f867-45a6-b8a7-de516338c505" providerId="AD" clId="Web-{22586CAD-4997-8001-EB2D-43FC88F825CB}" dt="2025-10-27T01:35:20.977" v="271"/>
          <ac:spMkLst>
            <pc:docMk/>
            <pc:sldMk cId="3340533522" sldId="312"/>
            <ac:spMk id="19" creationId="{3783CA14-24A1-485C-8B30-D6A5D87987AD}"/>
          </ac:spMkLst>
        </pc:spChg>
        <pc:spChg chg="add">
          <ac:chgData name="Emilio Morales" userId="S::emilio.morales@uees.edu.sv::0cf46b05-f867-45a6-b8a7-de516338c505" providerId="AD" clId="Web-{22586CAD-4997-8001-EB2D-43FC88F825CB}" dt="2025-10-27T01:35:20.977" v="271"/>
          <ac:spMkLst>
            <pc:docMk/>
            <pc:sldMk cId="3340533522" sldId="312"/>
            <ac:spMk id="21" creationId="{9A97C86A-04D6-40F7-AE84-31AB43E6A846}"/>
          </ac:spMkLst>
        </pc:spChg>
        <pc:spChg chg="add">
          <ac:chgData name="Emilio Morales" userId="S::emilio.morales@uees.edu.sv::0cf46b05-f867-45a6-b8a7-de516338c505" providerId="AD" clId="Web-{22586CAD-4997-8001-EB2D-43FC88F825CB}" dt="2025-10-27T01:35:20.977" v="271"/>
          <ac:spMkLst>
            <pc:docMk/>
            <pc:sldMk cId="3340533522" sldId="312"/>
            <ac:spMk id="23" creationId="{FF9F2414-84E8-453E-B1F3-389FDE8192D9}"/>
          </ac:spMkLst>
        </pc:spChg>
        <pc:spChg chg="add">
          <ac:chgData name="Emilio Morales" userId="S::emilio.morales@uees.edu.sv::0cf46b05-f867-45a6-b8a7-de516338c505" providerId="AD" clId="Web-{22586CAD-4997-8001-EB2D-43FC88F825CB}" dt="2025-10-27T01:35:20.977" v="271"/>
          <ac:spMkLst>
            <pc:docMk/>
            <pc:sldMk cId="3340533522" sldId="312"/>
            <ac:spMk id="25" creationId="{3ECA69A1-7536-43AC-85EF-C7106179F5ED}"/>
          </ac:spMkLst>
        </pc:spChg>
        <pc:picChg chg="add del mod ord">
          <ac:chgData name="Emilio Morales" userId="S::emilio.morales@uees.edu.sv::0cf46b05-f867-45a6-b8a7-de516338c505" providerId="AD" clId="Web-{22586CAD-4997-8001-EB2D-43FC88F825CB}" dt="2025-10-27T01:33:58.241" v="263"/>
          <ac:picMkLst>
            <pc:docMk/>
            <pc:sldMk cId="3340533522" sldId="312"/>
            <ac:picMk id="4" creationId="{DA0741A3-2C29-3742-6114-6806A9F37DF8}"/>
          </ac:picMkLst>
        </pc:picChg>
        <pc:picChg chg="add del mod">
          <ac:chgData name="Emilio Morales" userId="S::emilio.morales@uees.edu.sv::0cf46b05-f867-45a6-b8a7-de516338c505" providerId="AD" clId="Web-{22586CAD-4997-8001-EB2D-43FC88F825CB}" dt="2025-10-27T01:34:41.835" v="267"/>
          <ac:picMkLst>
            <pc:docMk/>
            <pc:sldMk cId="3340533522" sldId="312"/>
            <ac:picMk id="7" creationId="{8943BB76-00A7-2BF6-906F-F5CF34EC268D}"/>
          </ac:picMkLst>
        </pc:picChg>
        <pc:picChg chg="add mod">
          <ac:chgData name="Emilio Morales" userId="S::emilio.morales@uees.edu.sv::0cf46b05-f867-45a6-b8a7-de516338c505" providerId="AD" clId="Web-{22586CAD-4997-8001-EB2D-43FC88F825CB}" dt="2025-10-27T01:35:20.977" v="271"/>
          <ac:picMkLst>
            <pc:docMk/>
            <pc:sldMk cId="3340533522" sldId="312"/>
            <ac:picMk id="8" creationId="{0D32741B-EBAF-9BA6-C6EB-644AA5A9DA56}"/>
          </ac:picMkLst>
        </pc:picChg>
      </pc:sldChg>
      <pc:sldChg chg="modSp add ord replId">
        <pc:chgData name="Emilio Morales" userId="S::emilio.morales@uees.edu.sv::0cf46b05-f867-45a6-b8a7-de516338c505" providerId="AD" clId="Web-{22586CAD-4997-8001-EB2D-43FC88F825CB}" dt="2025-10-27T03:37:55.623" v="582"/>
        <pc:sldMkLst>
          <pc:docMk/>
          <pc:sldMk cId="2525441271" sldId="313"/>
        </pc:sldMkLst>
        <pc:spChg chg="mod">
          <ac:chgData name="Emilio Morales" userId="S::emilio.morales@uees.edu.sv::0cf46b05-f867-45a6-b8a7-de516338c505" providerId="AD" clId="Web-{22586CAD-4997-8001-EB2D-43FC88F825CB}" dt="2025-10-27T02:45:38.340" v="554" actId="20577"/>
          <ac:spMkLst>
            <pc:docMk/>
            <pc:sldMk cId="2525441271" sldId="313"/>
            <ac:spMk id="2" creationId="{FCAAB737-9597-FBE4-A16B-8C5DB3B8EFC3}"/>
          </ac:spMkLst>
        </pc:spChg>
      </pc:sldChg>
      <pc:sldChg chg="addSp delSp modSp add replId">
        <pc:chgData name="Emilio Morales" userId="S::emilio.morales@uees.edu.sv::0cf46b05-f867-45a6-b8a7-de516338c505" providerId="AD" clId="Web-{22586CAD-4997-8001-EB2D-43FC88F825CB}" dt="2025-10-27T04:14:35.659" v="1299" actId="20577"/>
        <pc:sldMkLst>
          <pc:docMk/>
          <pc:sldMk cId="311917922" sldId="314"/>
        </pc:sldMkLst>
        <pc:spChg chg="del">
          <ac:chgData name="Emilio Morales" userId="S::emilio.morales@uees.edu.sv::0cf46b05-f867-45a6-b8a7-de516338c505" providerId="AD" clId="Web-{22586CAD-4997-8001-EB2D-43FC88F825CB}" dt="2025-10-27T03:59:41.527" v="1158"/>
          <ac:spMkLst>
            <pc:docMk/>
            <pc:sldMk cId="311917922" sldId="314"/>
            <ac:spMk id="2" creationId="{157F6ABB-1986-09DE-70AA-A5963A9C6D54}"/>
          </ac:spMkLst>
        </pc:spChg>
        <pc:spChg chg="del">
          <ac:chgData name="Emilio Morales" userId="S::emilio.morales@uees.edu.sv::0cf46b05-f867-45a6-b8a7-de516338c505" providerId="AD" clId="Web-{22586CAD-4997-8001-EB2D-43FC88F825CB}" dt="2025-10-27T03:59:43.480" v="1159"/>
          <ac:spMkLst>
            <pc:docMk/>
            <pc:sldMk cId="311917922" sldId="314"/>
            <ac:spMk id="3" creationId="{E4AF8BC6-181E-7710-77EF-C4DCF8661BCD}"/>
          </ac:spMkLst>
        </pc:spChg>
        <pc:spChg chg="add del mod">
          <ac:chgData name="Emilio Morales" userId="S::emilio.morales@uees.edu.sv::0cf46b05-f867-45a6-b8a7-de516338c505" providerId="AD" clId="Web-{22586CAD-4997-8001-EB2D-43FC88F825CB}" dt="2025-10-27T03:59:51.324" v="1160"/>
          <ac:spMkLst>
            <pc:docMk/>
            <pc:sldMk cId="311917922" sldId="314"/>
            <ac:spMk id="6" creationId="{8EF491BE-5A91-BB2D-C7E8-5E3360738325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7T04:14:29.566" v="1297" actId="20577"/>
          <ac:spMkLst>
            <pc:docMk/>
            <pc:sldMk cId="311917922" sldId="314"/>
            <ac:spMk id="7" creationId="{8655CF2F-0D90-A114-5018-1E18662B2B96}"/>
          </ac:spMkLst>
        </pc:spChg>
        <pc:spChg chg="add mod">
          <ac:chgData name="Emilio Morales" userId="S::emilio.morales@uees.edu.sv::0cf46b05-f867-45a6-b8a7-de516338c505" providerId="AD" clId="Web-{22586CAD-4997-8001-EB2D-43FC88F825CB}" dt="2025-10-27T04:14:35.659" v="1299" actId="20577"/>
          <ac:spMkLst>
            <pc:docMk/>
            <pc:sldMk cId="311917922" sldId="314"/>
            <ac:spMk id="8" creationId="{B6827899-93B3-B942-7643-ABFF4F8866F6}"/>
          </ac:spMkLst>
        </pc:spChg>
        <pc:graphicFrameChg chg="del mod modGraphic">
          <ac:chgData name="Emilio Morales" userId="S::emilio.morales@uees.edu.sv::0cf46b05-f867-45a6-b8a7-de516338c505" providerId="AD" clId="Web-{22586CAD-4997-8001-EB2D-43FC88F825CB}" dt="2025-10-27T03:59:37.996" v="1157"/>
          <ac:graphicFrameMkLst>
            <pc:docMk/>
            <pc:sldMk cId="311917922" sldId="314"/>
            <ac:graphicFrameMk id="4" creationId="{46D47799-33BF-882B-90C6-F37BE8D7724B}"/>
          </ac:graphicFrameMkLst>
        </pc:graphicFrameChg>
      </pc:sldChg>
    </pc:docChg>
  </pc:docChgLst>
  <pc:docChgLst>
    <pc:chgData name="Emilio Morales" userId="S::emilio.morales@uees.edu.sv::0cf46b05-f867-45a6-b8a7-de516338c505" providerId="AD" clId="Web-{AA03962A-1C09-5ABC-EA2B-7CA5D820038C}"/>
    <pc:docChg chg="modSld">
      <pc:chgData name="Emilio Morales" userId="S::emilio.morales@uees.edu.sv::0cf46b05-f867-45a6-b8a7-de516338c505" providerId="AD" clId="Web-{AA03962A-1C09-5ABC-EA2B-7CA5D820038C}" dt="2025-10-26T22:18:06.744" v="679" actId="14100"/>
      <pc:docMkLst>
        <pc:docMk/>
      </pc:docMkLst>
      <pc:sldChg chg="modSp">
        <pc:chgData name="Emilio Morales" userId="S::emilio.morales@uees.edu.sv::0cf46b05-f867-45a6-b8a7-de516338c505" providerId="AD" clId="Web-{AA03962A-1C09-5ABC-EA2B-7CA5D820038C}" dt="2025-10-26T22:18:06.744" v="679" actId="14100"/>
        <pc:sldMkLst>
          <pc:docMk/>
          <pc:sldMk cId="0" sldId="263"/>
        </pc:sldMkLst>
        <pc:spChg chg="mod">
          <ac:chgData name="Emilio Morales" userId="S::emilio.morales@uees.edu.sv::0cf46b05-f867-45a6-b8a7-de516338c505" providerId="AD" clId="Web-{AA03962A-1C09-5ABC-EA2B-7CA5D820038C}" dt="2025-10-26T22:18:06.744" v="679" actId="14100"/>
          <ac:spMkLst>
            <pc:docMk/>
            <pc:sldMk cId="0" sldId="263"/>
            <ac:spMk id="25" creationId="{422A8507-E0F7-D9C6-9E8D-9F521CB66001}"/>
          </ac:spMkLst>
        </pc:spChg>
        <pc:spChg chg="mod">
          <ac:chgData name="Emilio Morales" userId="S::emilio.morales@uees.edu.sv::0cf46b05-f867-45a6-b8a7-de516338c505" providerId="AD" clId="Web-{AA03962A-1C09-5ABC-EA2B-7CA5D820038C}" dt="2025-10-26T22:18:01.697" v="678" actId="1076"/>
          <ac:spMkLst>
            <pc:docMk/>
            <pc:sldMk cId="0" sldId="263"/>
            <ac:spMk id="28" creationId="{C1EBDDC0-FD88-CA2B-F371-5CEEC0A74530}"/>
          </ac:spMkLst>
        </pc:spChg>
      </pc:sldChg>
      <pc:sldChg chg="addSp modSp">
        <pc:chgData name="Emilio Morales" userId="S::emilio.morales@uees.edu.sv::0cf46b05-f867-45a6-b8a7-de516338c505" providerId="AD" clId="Web-{AA03962A-1C09-5ABC-EA2B-7CA5D820038C}" dt="2025-10-26T22:13:18.187" v="631" actId="1076"/>
        <pc:sldMkLst>
          <pc:docMk/>
          <pc:sldMk cId="1151075619" sldId="291"/>
        </pc:sldMkLst>
        <pc:spChg chg="mod">
          <ac:chgData name="Emilio Morales" userId="S::emilio.morales@uees.edu.sv::0cf46b05-f867-45a6-b8a7-de516338c505" providerId="AD" clId="Web-{AA03962A-1C09-5ABC-EA2B-7CA5D820038C}" dt="2025-10-26T22:13:18.187" v="631" actId="1076"/>
          <ac:spMkLst>
            <pc:docMk/>
            <pc:sldMk cId="1151075619" sldId="291"/>
            <ac:spMk id="2" creationId="{2416D32C-95EA-4A6B-A304-972A34060942}"/>
          </ac:spMkLst>
        </pc:spChg>
        <pc:spChg chg="add mod">
          <ac:chgData name="Emilio Morales" userId="S::emilio.morales@uees.edu.sv::0cf46b05-f867-45a6-b8a7-de516338c505" providerId="AD" clId="Web-{AA03962A-1C09-5ABC-EA2B-7CA5D820038C}" dt="2025-10-26T22:12:37.029" v="628" actId="1076"/>
          <ac:spMkLst>
            <pc:docMk/>
            <pc:sldMk cId="1151075619" sldId="291"/>
            <ac:spMk id="3" creationId="{8EAC0144-6BD4-B960-D16D-2FAFDA1B1533}"/>
          </ac:spMkLst>
        </pc:spChg>
        <pc:graphicFrameChg chg="mod modGraphic">
          <ac:chgData name="Emilio Morales" userId="S::emilio.morales@uees.edu.sv::0cf46b05-f867-45a6-b8a7-de516338c505" providerId="AD" clId="Web-{AA03962A-1C09-5ABC-EA2B-7CA5D820038C}" dt="2025-10-26T22:13:11.546" v="630" actId="1076"/>
          <ac:graphicFrameMkLst>
            <pc:docMk/>
            <pc:sldMk cId="1151075619" sldId="291"/>
            <ac:graphicFrameMk id="4" creationId="{2C88836B-EEDF-4CE7-810E-7E5A52BE7700}"/>
          </ac:graphicFrameMkLst>
        </pc:graphicFrameChg>
      </pc:sldChg>
      <pc:sldChg chg="modSp">
        <pc:chgData name="Emilio Morales" userId="S::emilio.morales@uees.edu.sv::0cf46b05-f867-45a6-b8a7-de516338c505" providerId="AD" clId="Web-{AA03962A-1C09-5ABC-EA2B-7CA5D820038C}" dt="2025-10-26T22:11:05.102" v="605" actId="20577"/>
        <pc:sldMkLst>
          <pc:docMk/>
          <pc:sldMk cId="297748087" sldId="303"/>
        </pc:sldMkLst>
        <pc:spChg chg="mod">
          <ac:chgData name="Emilio Morales" userId="S::emilio.morales@uees.edu.sv::0cf46b05-f867-45a6-b8a7-de516338c505" providerId="AD" clId="Web-{AA03962A-1C09-5ABC-EA2B-7CA5D820038C}" dt="2025-10-26T22:11:05.102" v="605" actId="20577"/>
          <ac:spMkLst>
            <pc:docMk/>
            <pc:sldMk cId="297748087" sldId="303"/>
            <ac:spMk id="3" creationId="{E24EBC79-629B-44B0-9E2D-54DD8FFC6FFE}"/>
          </ac:spMkLst>
        </pc:spChg>
      </pc:sldChg>
    </pc:docChg>
  </pc:docChgLst>
  <pc:docChgLst>
    <pc:chgData name="Emilio Morales" userId="0cf46b05-f867-45a6-b8a7-de516338c505" providerId="ADAL" clId="{2E7BCCE3-2C04-4D8B-9D26-9928C1A66813}"/>
    <pc:docChg chg="custSel addSld delSld modSld">
      <pc:chgData name="Emilio Morales" userId="0cf46b05-f867-45a6-b8a7-de516338c505" providerId="ADAL" clId="{2E7BCCE3-2C04-4D8B-9D26-9928C1A66813}" dt="2025-10-24T22:26:46.145" v="6" actId="2696"/>
      <pc:docMkLst>
        <pc:docMk/>
      </pc:docMkLst>
      <pc:sldChg chg="add">
        <pc:chgData name="Emilio Morales" userId="0cf46b05-f867-45a6-b8a7-de516338c505" providerId="ADAL" clId="{2E7BCCE3-2C04-4D8B-9D26-9928C1A66813}" dt="2025-10-24T22:25:59.465" v="0"/>
        <pc:sldMkLst>
          <pc:docMk/>
          <pc:sldMk cId="1151075619" sldId="291"/>
        </pc:sldMkLst>
      </pc:sldChg>
      <pc:sldChg chg="add">
        <pc:chgData name="Emilio Morales" userId="0cf46b05-f867-45a6-b8a7-de516338c505" providerId="ADAL" clId="{2E7BCCE3-2C04-4D8B-9D26-9928C1A66813}" dt="2025-10-24T22:25:59.465" v="0"/>
        <pc:sldMkLst>
          <pc:docMk/>
          <pc:sldMk cId="3238497863" sldId="300"/>
        </pc:sldMkLst>
      </pc:sldChg>
      <pc:sldChg chg="add">
        <pc:chgData name="Emilio Morales" userId="0cf46b05-f867-45a6-b8a7-de516338c505" providerId="ADAL" clId="{2E7BCCE3-2C04-4D8B-9D26-9928C1A66813}" dt="2025-10-24T22:25:59.465" v="0"/>
        <pc:sldMkLst>
          <pc:docMk/>
          <pc:sldMk cId="297748087" sldId="303"/>
        </pc:sldMkLst>
      </pc:sldChg>
      <pc:sldChg chg="modSp add">
        <pc:chgData name="Emilio Morales" userId="0cf46b05-f867-45a6-b8a7-de516338c505" providerId="ADAL" clId="{2E7BCCE3-2C04-4D8B-9D26-9928C1A66813}" dt="2025-10-24T22:25:59.739" v="1" actId="27636"/>
        <pc:sldMkLst>
          <pc:docMk/>
          <pc:sldMk cId="4265032465" sldId="306"/>
        </pc:sldMkLst>
        <pc:spChg chg="mod">
          <ac:chgData name="Emilio Morales" userId="0cf46b05-f867-45a6-b8a7-de516338c505" providerId="ADAL" clId="{2E7BCCE3-2C04-4D8B-9D26-9928C1A66813}" dt="2025-10-24T22:25:59.739" v="1" actId="27636"/>
          <ac:spMkLst>
            <pc:docMk/>
            <pc:sldMk cId="4265032465" sldId="306"/>
            <ac:spMk id="2" creationId="{BF47286F-FDAB-419E-B2E3-A6619F7C972C}"/>
          </ac:spMkLst>
        </pc:spChg>
      </pc:sldChg>
    </pc:docChg>
  </pc:docChgLst>
  <pc:docChgLst>
    <pc:chgData name="Emilio Morales" userId="S::emilio.morales@uees.edu.sv::0cf46b05-f867-45a6-b8a7-de516338c505" providerId="AD" clId="Web-{ADBDBF45-961C-D1C2-358F-A0DFC88D1D4D}"/>
    <pc:docChg chg="addSld modSld">
      <pc:chgData name="Emilio Morales" userId="S::emilio.morales@uees.edu.sv::0cf46b05-f867-45a6-b8a7-de516338c505" providerId="AD" clId="Web-{ADBDBF45-961C-D1C2-358F-A0DFC88D1D4D}" dt="2025-10-24T22:25:47.807" v="8"/>
      <pc:docMkLst>
        <pc:docMk/>
      </pc:docMkLst>
    </pc:docChg>
  </pc:docChgLst>
  <pc:docChgLst>
    <pc:chgData name="Omar Villanueva" userId="0053ba41-6a35-4849-b50a-d5be6f123081" providerId="ADAL" clId="{E3F53CF1-1053-4F07-A599-CFE59C3453BB}"/>
    <pc:docChg chg="undo custSel addSld delSld modSld sldOrd">
      <pc:chgData name="Omar Villanueva" userId="0053ba41-6a35-4849-b50a-d5be6f123081" providerId="ADAL" clId="{E3F53CF1-1053-4F07-A599-CFE59C3453BB}" dt="2025-10-27T16:22:12.942" v="3852" actId="115"/>
      <pc:docMkLst>
        <pc:docMk/>
      </pc:docMkLst>
      <pc:sldChg chg="addSp delSp modSp del mod">
        <pc:chgData name="Omar Villanueva" userId="0053ba41-6a35-4849-b50a-d5be6f123081" providerId="ADAL" clId="{E3F53CF1-1053-4F07-A599-CFE59C3453BB}" dt="2025-10-27T15:20:46.976" v="3364" actId="47"/>
        <pc:sldMkLst>
          <pc:docMk/>
          <pc:sldMk cId="0" sldId="256"/>
        </pc:sldMkLst>
        <pc:spChg chg="add del mod">
          <ac:chgData name="Omar Villanueva" userId="0053ba41-6a35-4849-b50a-d5be6f123081" providerId="ADAL" clId="{E3F53CF1-1053-4F07-A599-CFE59C3453BB}" dt="2025-10-27T14:45:05.674" v="3227" actId="1076"/>
          <ac:spMkLst>
            <pc:docMk/>
            <pc:sldMk cId="0" sldId="256"/>
            <ac:spMk id="2" creationId="{00000000-0000-0000-0000-000000000000}"/>
          </ac:spMkLst>
        </pc:spChg>
        <pc:picChg chg="add del mod">
          <ac:chgData name="Omar Villanueva" userId="0053ba41-6a35-4849-b50a-d5be6f123081" providerId="ADAL" clId="{E3F53CF1-1053-4F07-A599-CFE59C3453BB}" dt="2025-10-27T15:19:28.540" v="3352" actId="478"/>
          <ac:picMkLst>
            <pc:docMk/>
            <pc:sldMk cId="0" sldId="256"/>
            <ac:picMk id="3" creationId="{6FC4B8EC-15A5-3221-7017-7199EA266926}"/>
          </ac:picMkLst>
        </pc:picChg>
      </pc:sldChg>
      <pc:sldChg chg="addSp delSp modSp del mod">
        <pc:chgData name="Omar Villanueva" userId="0053ba41-6a35-4849-b50a-d5be6f123081" providerId="ADAL" clId="{E3F53CF1-1053-4F07-A599-CFE59C3453BB}" dt="2025-10-27T14:45:10.155" v="3228" actId="47"/>
        <pc:sldMkLst>
          <pc:docMk/>
          <pc:sldMk cId="0" sldId="258"/>
        </pc:sldMkLst>
      </pc:sldChg>
      <pc:sldChg chg="addSp delSp modSp del mod">
        <pc:chgData name="Omar Villanueva" userId="0053ba41-6a35-4849-b50a-d5be6f123081" providerId="ADAL" clId="{E3F53CF1-1053-4F07-A599-CFE59C3453BB}" dt="2025-10-27T16:00:29.885" v="3436" actId="47"/>
        <pc:sldMkLst>
          <pc:docMk/>
          <pc:sldMk cId="0" sldId="263"/>
        </pc:sldMkLst>
        <pc:spChg chg="mod">
          <ac:chgData name="Omar Villanueva" userId="0053ba41-6a35-4849-b50a-d5be6f123081" providerId="ADAL" clId="{E3F53CF1-1053-4F07-A599-CFE59C3453BB}" dt="2025-10-27T15:59:40.090" v="3430" actId="20577"/>
          <ac:spMkLst>
            <pc:docMk/>
            <pc:sldMk cId="0" sldId="263"/>
            <ac:spMk id="8" creationId="{00000000-0000-0000-0000-000000000000}"/>
          </ac:spMkLst>
        </pc:spChg>
        <pc:spChg chg="add mod">
          <ac:chgData name="Omar Villanueva" userId="0053ba41-6a35-4849-b50a-d5be6f123081" providerId="ADAL" clId="{E3F53CF1-1053-4F07-A599-CFE59C3453BB}" dt="2025-10-27T14:15:39.618" v="2871" actId="20577"/>
          <ac:spMkLst>
            <pc:docMk/>
            <pc:sldMk cId="0" sldId="263"/>
            <ac:spMk id="26" creationId="{9FA21128-57BF-A4BF-7A7F-E5CFD6261379}"/>
          </ac:spMkLst>
        </pc:spChg>
        <pc:spChg chg="add mod">
          <ac:chgData name="Omar Villanueva" userId="0053ba41-6a35-4849-b50a-d5be6f123081" providerId="ADAL" clId="{E3F53CF1-1053-4F07-A599-CFE59C3453BB}" dt="2025-10-27T14:25:47.788" v="2920" actId="20577"/>
          <ac:spMkLst>
            <pc:docMk/>
            <pc:sldMk cId="0" sldId="263"/>
            <ac:spMk id="28" creationId="{C1EBDDC0-FD88-CA2B-F371-5CEEC0A74530}"/>
          </ac:spMkLst>
        </pc:spChg>
        <pc:spChg chg="add mod">
          <ac:chgData name="Omar Villanueva" userId="0053ba41-6a35-4849-b50a-d5be6f123081" providerId="ADAL" clId="{E3F53CF1-1053-4F07-A599-CFE59C3453BB}" dt="2025-10-27T14:27:10.856" v="2923" actId="14100"/>
          <ac:spMkLst>
            <pc:docMk/>
            <pc:sldMk cId="0" sldId="263"/>
            <ac:spMk id="33" creationId="{06FC7F78-5A81-5AF8-2ACC-79922C6A3268}"/>
          </ac:spMkLst>
        </pc:spChg>
        <pc:spChg chg="add mod">
          <ac:chgData name="Omar Villanueva" userId="0053ba41-6a35-4849-b50a-d5be6f123081" providerId="ADAL" clId="{E3F53CF1-1053-4F07-A599-CFE59C3453BB}" dt="2025-10-27T14:27:14.528" v="2924" actId="1076"/>
          <ac:spMkLst>
            <pc:docMk/>
            <pc:sldMk cId="0" sldId="263"/>
            <ac:spMk id="34" creationId="{34462C84-4332-FCE3-CF7F-E726E815D2F5}"/>
          </ac:spMkLst>
        </pc:spChg>
      </pc:sldChg>
      <pc:sldChg chg="addSp delSp modSp add mod ord">
        <pc:chgData name="Omar Villanueva" userId="0053ba41-6a35-4849-b50a-d5be6f123081" providerId="ADAL" clId="{E3F53CF1-1053-4F07-A599-CFE59C3453BB}" dt="2025-10-24T22:17:18.876" v="987"/>
        <pc:sldMkLst>
          <pc:docMk/>
          <pc:sldMk cId="1320919153" sldId="266"/>
        </pc:sldMkLst>
        <pc:spChg chg="mod">
          <ac:chgData name="Omar Villanueva" userId="0053ba41-6a35-4849-b50a-d5be6f123081" providerId="ADAL" clId="{E3F53CF1-1053-4F07-A599-CFE59C3453BB}" dt="2025-10-24T21:54:13.814" v="881" actId="1076"/>
          <ac:spMkLst>
            <pc:docMk/>
            <pc:sldMk cId="1320919153" sldId="266"/>
            <ac:spMk id="8" creationId="{0729A014-F660-FDDF-2908-0FED57BCC38F}"/>
          </ac:spMkLst>
        </pc:spChg>
        <pc:graphicFrameChg chg="add mod modGraphic">
          <ac:chgData name="Omar Villanueva" userId="0053ba41-6a35-4849-b50a-d5be6f123081" providerId="ADAL" clId="{E3F53CF1-1053-4F07-A599-CFE59C3453BB}" dt="2025-10-24T22:06:01.609" v="970" actId="12385"/>
          <ac:graphicFrameMkLst>
            <pc:docMk/>
            <pc:sldMk cId="1320919153" sldId="266"/>
            <ac:graphicFrameMk id="9" creationId="{46EAD9B1-62D5-17E5-E8F2-F14DF1A02456}"/>
          </ac:graphicFrameMkLst>
        </pc:graphicFrameChg>
      </pc:sldChg>
      <pc:sldChg chg="addSp delSp modSp add mod ord">
        <pc:chgData name="Omar Villanueva" userId="0053ba41-6a35-4849-b50a-d5be6f123081" providerId="ADAL" clId="{E3F53CF1-1053-4F07-A599-CFE59C3453BB}" dt="2025-10-27T14:33:00.358" v="3078" actId="20577"/>
        <pc:sldMkLst>
          <pc:docMk/>
          <pc:sldMk cId="3407708656" sldId="267"/>
        </pc:sldMkLst>
        <pc:spChg chg="mod">
          <ac:chgData name="Omar Villanueva" userId="0053ba41-6a35-4849-b50a-d5be6f123081" providerId="ADAL" clId="{E3F53CF1-1053-4F07-A599-CFE59C3453BB}" dt="2025-10-27T14:28:00.446" v="2926" actId="1076"/>
          <ac:spMkLst>
            <pc:docMk/>
            <pc:sldMk cId="3407708656" sldId="267"/>
            <ac:spMk id="8" creationId="{5C4D77D6-E40B-B622-E18B-A72CD8E51ACD}"/>
          </ac:spMkLst>
        </pc:spChg>
        <pc:graphicFrameChg chg="add mod modGraphic">
          <ac:chgData name="Omar Villanueva" userId="0053ba41-6a35-4849-b50a-d5be6f123081" providerId="ADAL" clId="{E3F53CF1-1053-4F07-A599-CFE59C3453BB}" dt="2025-10-27T14:33:00.358" v="3078" actId="20577"/>
          <ac:graphicFrameMkLst>
            <pc:docMk/>
            <pc:sldMk cId="3407708656" sldId="267"/>
            <ac:graphicFrameMk id="15" creationId="{E2A5B403-7AF7-BEB5-C541-E9A6F210F474}"/>
          </ac:graphicFrameMkLst>
        </pc:graphicFrameChg>
      </pc:sldChg>
      <pc:sldChg chg="modSp add mod ord">
        <pc:chgData name="Omar Villanueva" userId="0053ba41-6a35-4849-b50a-d5be6f123081" providerId="ADAL" clId="{E3F53CF1-1053-4F07-A599-CFE59C3453BB}" dt="2025-10-27T16:21:55.950" v="3850" actId="1076"/>
        <pc:sldMkLst>
          <pc:docMk/>
          <pc:sldMk cId="523540999" sldId="268"/>
        </pc:sldMkLst>
        <pc:spChg chg="mod">
          <ac:chgData name="Omar Villanueva" userId="0053ba41-6a35-4849-b50a-d5be6f123081" providerId="ADAL" clId="{E3F53CF1-1053-4F07-A599-CFE59C3453BB}" dt="2025-10-24T22:27:13.127" v="1395" actId="20577"/>
          <ac:spMkLst>
            <pc:docMk/>
            <pc:sldMk cId="523540999" sldId="268"/>
            <ac:spMk id="3" creationId="{CB8E3BA0-6ACD-E9CB-6CA1-08FFB17D8323}"/>
          </ac:spMkLst>
        </pc:spChg>
        <pc:spChg chg="mod">
          <ac:chgData name="Omar Villanueva" userId="0053ba41-6a35-4849-b50a-d5be6f123081" providerId="ADAL" clId="{E3F53CF1-1053-4F07-A599-CFE59C3453BB}" dt="2025-10-24T22:28:38.632" v="1417" actId="1076"/>
          <ac:spMkLst>
            <pc:docMk/>
            <pc:sldMk cId="523540999" sldId="268"/>
            <ac:spMk id="8" creationId="{F7628968-AD0A-D57A-AEF8-3D8CED4E316F}"/>
          </ac:spMkLst>
        </pc:spChg>
        <pc:spChg chg="mod">
          <ac:chgData name="Omar Villanueva" userId="0053ba41-6a35-4849-b50a-d5be6f123081" providerId="ADAL" clId="{E3F53CF1-1053-4F07-A599-CFE59C3453BB}" dt="2025-10-27T15:28:12.333" v="3391" actId="20577"/>
          <ac:spMkLst>
            <pc:docMk/>
            <pc:sldMk cId="523540999" sldId="268"/>
            <ac:spMk id="10" creationId="{1E7D87BB-3632-81FB-C155-72EA173C60AE}"/>
          </ac:spMkLst>
        </pc:spChg>
        <pc:spChg chg="mod">
          <ac:chgData name="Omar Villanueva" userId="0053ba41-6a35-4849-b50a-d5be6f123081" providerId="ADAL" clId="{E3F53CF1-1053-4F07-A599-CFE59C3453BB}" dt="2025-10-24T22:27:47.549" v="1413" actId="20577"/>
          <ac:spMkLst>
            <pc:docMk/>
            <pc:sldMk cId="523540999" sldId="268"/>
            <ac:spMk id="14" creationId="{E6896955-AE1D-9AFB-2DD2-4EB998E23CFF}"/>
          </ac:spMkLst>
        </pc:spChg>
        <pc:spChg chg="mod">
          <ac:chgData name="Omar Villanueva" userId="0053ba41-6a35-4849-b50a-d5be6f123081" providerId="ADAL" clId="{E3F53CF1-1053-4F07-A599-CFE59C3453BB}" dt="2025-10-24T23:24:24.293" v="2869" actId="1076"/>
          <ac:spMkLst>
            <pc:docMk/>
            <pc:sldMk cId="523540999" sldId="268"/>
            <ac:spMk id="17" creationId="{4A6D62B2-6216-1669-E797-CD05D0EA3A14}"/>
          </ac:spMkLst>
        </pc:spChg>
        <pc:spChg chg="mod">
          <ac:chgData name="Omar Villanueva" userId="0053ba41-6a35-4849-b50a-d5be6f123081" providerId="ADAL" clId="{E3F53CF1-1053-4F07-A599-CFE59C3453BB}" dt="2025-10-24T23:24:18.326" v="2868" actId="1076"/>
          <ac:spMkLst>
            <pc:docMk/>
            <pc:sldMk cId="523540999" sldId="268"/>
            <ac:spMk id="21" creationId="{1FDB3768-06CC-0D9B-34FA-31ADC048A378}"/>
          </ac:spMkLst>
        </pc:spChg>
        <pc:spChg chg="mod">
          <ac:chgData name="Omar Villanueva" userId="0053ba41-6a35-4849-b50a-d5be6f123081" providerId="ADAL" clId="{E3F53CF1-1053-4F07-A599-CFE59C3453BB}" dt="2025-10-27T16:21:55.950" v="3850" actId="1076"/>
          <ac:spMkLst>
            <pc:docMk/>
            <pc:sldMk cId="523540999" sldId="268"/>
            <ac:spMk id="23" creationId="{61B2FC29-B1FF-B5C0-8FED-BAA22D751AED}"/>
          </ac:spMkLst>
        </pc:spChg>
      </pc:sldChg>
      <pc:sldChg chg="modSp add del mod">
        <pc:chgData name="Omar Villanueva" userId="0053ba41-6a35-4849-b50a-d5be6f123081" providerId="ADAL" clId="{E3F53CF1-1053-4F07-A599-CFE59C3453BB}" dt="2025-10-27T14:53:04.290" v="3315" actId="20577"/>
        <pc:sldMkLst>
          <pc:docMk/>
          <pc:sldMk cId="3238497863" sldId="300"/>
        </pc:sldMkLst>
        <pc:spChg chg="mod">
          <ac:chgData name="Omar Villanueva" userId="0053ba41-6a35-4849-b50a-d5be6f123081" providerId="ADAL" clId="{E3F53CF1-1053-4F07-A599-CFE59C3453BB}" dt="2025-10-27T14:53:04.290" v="3315" actId="20577"/>
          <ac:spMkLst>
            <pc:docMk/>
            <pc:sldMk cId="3238497863" sldId="300"/>
            <ac:spMk id="4" creationId="{55459C56-BA00-45A7-956A-95FDBC086C4E}"/>
          </ac:spMkLst>
        </pc:spChg>
        <pc:spChg chg="mod">
          <ac:chgData name="Omar Villanueva" userId="0053ba41-6a35-4849-b50a-d5be6f123081" providerId="ADAL" clId="{E3F53CF1-1053-4F07-A599-CFE59C3453BB}" dt="2025-10-27T14:52:59.781" v="3313" actId="14100"/>
          <ac:spMkLst>
            <pc:docMk/>
            <pc:sldMk cId="3238497863" sldId="300"/>
            <ac:spMk id="9" creationId="{335DEC09-FFA2-402E-9215-9FB3D5421E60}"/>
          </ac:spMkLst>
        </pc:spChg>
      </pc:sldChg>
      <pc:sldChg chg="add del">
        <pc:chgData name="Omar Villanueva" userId="0053ba41-6a35-4849-b50a-d5be6f123081" providerId="ADAL" clId="{E3F53CF1-1053-4F07-A599-CFE59C3453BB}" dt="2025-10-27T14:50:52.748" v="3310" actId="47"/>
        <pc:sldMkLst>
          <pc:docMk/>
          <pc:sldMk cId="2725625311" sldId="301"/>
        </pc:sldMkLst>
      </pc:sldChg>
      <pc:sldChg chg="modSp mod">
        <pc:chgData name="Omar Villanueva" userId="0053ba41-6a35-4849-b50a-d5be6f123081" providerId="ADAL" clId="{E3F53CF1-1053-4F07-A599-CFE59C3453BB}" dt="2025-10-27T15:02:21.617" v="3348" actId="20577"/>
        <pc:sldMkLst>
          <pc:docMk/>
          <pc:sldMk cId="989965997" sldId="311"/>
        </pc:sldMkLst>
        <pc:spChg chg="mod">
          <ac:chgData name="Omar Villanueva" userId="0053ba41-6a35-4849-b50a-d5be6f123081" providerId="ADAL" clId="{E3F53CF1-1053-4F07-A599-CFE59C3453BB}" dt="2025-10-27T15:02:21.617" v="3348" actId="20577"/>
          <ac:spMkLst>
            <pc:docMk/>
            <pc:sldMk cId="989965997" sldId="311"/>
            <ac:spMk id="2" creationId="{E2F4C3D3-427F-CB74-D699-AB417A7CBE14}"/>
          </ac:spMkLst>
        </pc:spChg>
        <pc:spChg chg="mod">
          <ac:chgData name="Omar Villanueva" userId="0053ba41-6a35-4849-b50a-d5be6f123081" providerId="ADAL" clId="{E3F53CF1-1053-4F07-A599-CFE59C3453BB}" dt="2025-10-27T15:01:47.423" v="3342" actId="27636"/>
          <ac:spMkLst>
            <pc:docMk/>
            <pc:sldMk cId="989965997" sldId="311"/>
            <ac:spMk id="4" creationId="{FD8ACA92-256B-94C3-BA51-3C797A9E4DB2}"/>
          </ac:spMkLst>
        </pc:spChg>
        <pc:spChg chg="mod">
          <ac:chgData name="Omar Villanueva" userId="0053ba41-6a35-4849-b50a-d5be6f123081" providerId="ADAL" clId="{E3F53CF1-1053-4F07-A599-CFE59C3453BB}" dt="2025-10-27T15:01:23.331" v="3332" actId="20577"/>
          <ac:spMkLst>
            <pc:docMk/>
            <pc:sldMk cId="989965997" sldId="311"/>
            <ac:spMk id="5" creationId="{F902007F-1487-2E76-901C-3B1F4EF421EA}"/>
          </ac:spMkLst>
        </pc:spChg>
      </pc:sldChg>
      <pc:sldChg chg="addSp delSp modSp mod">
        <pc:chgData name="Omar Villanueva" userId="0053ba41-6a35-4849-b50a-d5be6f123081" providerId="ADAL" clId="{E3F53CF1-1053-4F07-A599-CFE59C3453BB}" dt="2025-10-27T16:00:21.772" v="3434" actId="478"/>
        <pc:sldMkLst>
          <pc:docMk/>
          <pc:sldMk cId="311917922" sldId="314"/>
        </pc:sldMkLst>
        <pc:spChg chg="add del mod">
          <ac:chgData name="Omar Villanueva" userId="0053ba41-6a35-4849-b50a-d5be6f123081" providerId="ADAL" clId="{E3F53CF1-1053-4F07-A599-CFE59C3453BB}" dt="2025-10-27T16:00:21.772" v="3434" actId="478"/>
          <ac:spMkLst>
            <pc:docMk/>
            <pc:sldMk cId="311917922" sldId="314"/>
            <ac:spMk id="2" creationId="{77D5AE00-FE1C-6B62-F942-34EEC3651F44}"/>
          </ac:spMkLst>
        </pc:spChg>
      </pc:sldChg>
      <pc:sldChg chg="modSp add del mod">
        <pc:chgData name="Omar Villanueva" userId="0053ba41-6a35-4849-b50a-d5be6f123081" providerId="ADAL" clId="{E3F53CF1-1053-4F07-A599-CFE59C3453BB}" dt="2025-10-27T15:24:04.472" v="3382" actId="47"/>
        <pc:sldMkLst>
          <pc:docMk/>
          <pc:sldMk cId="2952141786" sldId="315"/>
        </pc:sldMkLst>
        <pc:spChg chg="mod">
          <ac:chgData name="Omar Villanueva" userId="0053ba41-6a35-4849-b50a-d5be6f123081" providerId="ADAL" clId="{E3F53CF1-1053-4F07-A599-CFE59C3453BB}" dt="2025-10-27T14:47:44.930" v="3305" actId="20577"/>
          <ac:spMkLst>
            <pc:docMk/>
            <pc:sldMk cId="2952141786" sldId="315"/>
            <ac:spMk id="2" creationId="{6EB0E7CC-4F7C-D255-421F-8717FE58F0A4}"/>
          </ac:spMkLst>
        </pc:spChg>
      </pc:sldChg>
      <pc:sldChg chg="addSp delSp modSp add del mod setBg">
        <pc:chgData name="Omar Villanueva" userId="0053ba41-6a35-4849-b50a-d5be6f123081" providerId="ADAL" clId="{E3F53CF1-1053-4F07-A599-CFE59C3453BB}" dt="2025-10-27T15:27:24.259" v="3389" actId="1076"/>
        <pc:sldMkLst>
          <pc:docMk/>
          <pc:sldMk cId="2509824140" sldId="316"/>
        </pc:sldMkLst>
        <pc:spChg chg="add del mod">
          <ac:chgData name="Omar Villanueva" userId="0053ba41-6a35-4849-b50a-d5be6f123081" providerId="ADAL" clId="{E3F53CF1-1053-4F07-A599-CFE59C3453BB}" dt="2025-10-27T15:27:24.259" v="3389" actId="1076"/>
          <ac:spMkLst>
            <pc:docMk/>
            <pc:sldMk cId="2509824140" sldId="316"/>
            <ac:spMk id="2" creationId="{5A5DEE27-C59E-48E5-9ED4-D3DE3ACFC296}"/>
          </ac:spMkLst>
        </pc:spChg>
        <pc:spChg chg="mod">
          <ac:chgData name="Omar Villanueva" userId="0053ba41-6a35-4849-b50a-d5be6f123081" providerId="ADAL" clId="{E3F53CF1-1053-4F07-A599-CFE59C3453BB}" dt="2025-10-27T15:27:16.195" v="3388" actId="1076"/>
          <ac:spMkLst>
            <pc:docMk/>
            <pc:sldMk cId="2509824140" sldId="316"/>
            <ac:spMk id="3" creationId="{081F0F34-2CA1-49D8-A54F-40DE6461636C}"/>
          </ac:spMkLst>
        </pc:spChg>
        <pc:spChg chg="add mod">
          <ac:chgData name="Omar Villanueva" userId="0053ba41-6a35-4849-b50a-d5be6f123081" providerId="ADAL" clId="{E3F53CF1-1053-4F07-A599-CFE59C3453BB}" dt="2025-10-27T15:19:48.313" v="3355"/>
          <ac:spMkLst>
            <pc:docMk/>
            <pc:sldMk cId="2509824140" sldId="316"/>
            <ac:spMk id="4" creationId="{A062AB55-0906-546B-9401-089FCFE46FF5}"/>
          </ac:spMkLst>
        </pc:spChg>
      </pc:sldChg>
      <pc:sldChg chg="add del setBg">
        <pc:chgData name="Omar Villanueva" userId="0053ba41-6a35-4849-b50a-d5be6f123081" providerId="ADAL" clId="{E3F53CF1-1053-4F07-A599-CFE59C3453BB}" dt="2025-10-27T15:21:03.991" v="3366"/>
        <pc:sldMkLst>
          <pc:docMk/>
          <pc:sldMk cId="687400266" sldId="317"/>
        </pc:sldMkLst>
      </pc:sldChg>
      <pc:sldChg chg="modSp add del mod">
        <pc:chgData name="Omar Villanueva" userId="0053ba41-6a35-4849-b50a-d5be6f123081" providerId="ADAL" clId="{E3F53CF1-1053-4F07-A599-CFE59C3453BB}" dt="2025-10-27T15:23:16.600" v="3377" actId="47"/>
        <pc:sldMkLst>
          <pc:docMk/>
          <pc:sldMk cId="2406180186" sldId="317"/>
        </pc:sldMkLst>
        <pc:spChg chg="mod">
          <ac:chgData name="Omar Villanueva" userId="0053ba41-6a35-4849-b50a-d5be6f123081" providerId="ADAL" clId="{E3F53CF1-1053-4F07-A599-CFE59C3453BB}" dt="2025-10-27T15:21:23.442" v="3372" actId="27636"/>
          <ac:spMkLst>
            <pc:docMk/>
            <pc:sldMk cId="2406180186" sldId="317"/>
            <ac:spMk id="2" creationId="{72442F29-2561-FFFC-A542-72AA72156581}"/>
          </ac:spMkLst>
        </pc:spChg>
        <pc:spChg chg="mod">
          <ac:chgData name="Omar Villanueva" userId="0053ba41-6a35-4849-b50a-d5be6f123081" providerId="ADAL" clId="{E3F53CF1-1053-4F07-A599-CFE59C3453BB}" dt="2025-10-27T15:21:33.215" v="3373"/>
          <ac:spMkLst>
            <pc:docMk/>
            <pc:sldMk cId="2406180186" sldId="317"/>
            <ac:spMk id="3" creationId="{E1AE6BC5-94BA-EEB7-BB0A-4F4E33525888}"/>
          </ac:spMkLst>
        </pc:spChg>
      </pc:sldChg>
      <pc:sldChg chg="modSp add mod">
        <pc:chgData name="Omar Villanueva" userId="0053ba41-6a35-4849-b50a-d5be6f123081" providerId="ADAL" clId="{E3F53CF1-1053-4F07-A599-CFE59C3453BB}" dt="2025-10-27T15:23:54.959" v="3381"/>
        <pc:sldMkLst>
          <pc:docMk/>
          <pc:sldMk cId="1854565275" sldId="318"/>
        </pc:sldMkLst>
        <pc:spChg chg="mod">
          <ac:chgData name="Omar Villanueva" userId="0053ba41-6a35-4849-b50a-d5be6f123081" providerId="ADAL" clId="{E3F53CF1-1053-4F07-A599-CFE59C3453BB}" dt="2025-10-27T15:23:44.547" v="3379" actId="207"/>
          <ac:spMkLst>
            <pc:docMk/>
            <pc:sldMk cId="1854565275" sldId="318"/>
            <ac:spMk id="2" creationId="{7C77A365-6106-0F91-F162-EF04D5D3ACA6}"/>
          </ac:spMkLst>
        </pc:spChg>
        <pc:spChg chg="mod">
          <ac:chgData name="Omar Villanueva" userId="0053ba41-6a35-4849-b50a-d5be6f123081" providerId="ADAL" clId="{E3F53CF1-1053-4F07-A599-CFE59C3453BB}" dt="2025-10-27T15:23:54.959" v="3381"/>
          <ac:spMkLst>
            <pc:docMk/>
            <pc:sldMk cId="1854565275" sldId="318"/>
            <ac:spMk id="3" creationId="{2C523018-AC5B-0B25-C490-102BF2123DEA}"/>
          </ac:spMkLst>
        </pc:spChg>
      </pc:sldChg>
      <pc:sldChg chg="add del setBg">
        <pc:chgData name="Omar Villanueva" userId="0053ba41-6a35-4849-b50a-d5be6f123081" providerId="ADAL" clId="{E3F53CF1-1053-4F07-A599-CFE59C3453BB}" dt="2025-10-27T15:22:27.622" v="3375" actId="47"/>
        <pc:sldMkLst>
          <pc:docMk/>
          <pc:sldMk cId="3113560037" sldId="318"/>
        </pc:sldMkLst>
      </pc:sldChg>
      <pc:sldChg chg="addSp delSp modSp new mod">
        <pc:chgData name="Omar Villanueva" userId="0053ba41-6a35-4849-b50a-d5be6f123081" providerId="ADAL" clId="{E3F53CF1-1053-4F07-A599-CFE59C3453BB}" dt="2025-10-27T15:43:40.769" v="3403" actId="1076"/>
        <pc:sldMkLst>
          <pc:docMk/>
          <pc:sldMk cId="463826768" sldId="319"/>
        </pc:sldMkLst>
        <pc:spChg chg="del">
          <ac:chgData name="Omar Villanueva" userId="0053ba41-6a35-4849-b50a-d5be6f123081" providerId="ADAL" clId="{E3F53CF1-1053-4F07-A599-CFE59C3453BB}" dt="2025-10-27T15:35:42.548" v="3393"/>
          <ac:spMkLst>
            <pc:docMk/>
            <pc:sldMk cId="463826768" sldId="319"/>
            <ac:spMk id="3" creationId="{809290F7-F6CF-A905-08C5-5A4826F1D4E5}"/>
          </ac:spMkLst>
        </pc:spChg>
        <pc:picChg chg="add mod">
          <ac:chgData name="Omar Villanueva" userId="0053ba41-6a35-4849-b50a-d5be6f123081" providerId="ADAL" clId="{E3F53CF1-1053-4F07-A599-CFE59C3453BB}" dt="2025-10-27T15:43:40.769" v="3403" actId="1076"/>
          <ac:picMkLst>
            <pc:docMk/>
            <pc:sldMk cId="463826768" sldId="319"/>
            <ac:picMk id="5" creationId="{6684D112-148A-6A77-6CDF-C3358E10C7D5}"/>
          </ac:picMkLst>
        </pc:picChg>
        <pc:picChg chg="add mod">
          <ac:chgData name="Omar Villanueva" userId="0053ba41-6a35-4849-b50a-d5be6f123081" providerId="ADAL" clId="{E3F53CF1-1053-4F07-A599-CFE59C3453BB}" dt="2025-10-27T15:43:37.558" v="3401" actId="1076"/>
          <ac:picMkLst>
            <pc:docMk/>
            <pc:sldMk cId="463826768" sldId="319"/>
            <ac:picMk id="7" creationId="{ACC09336-6D62-F44C-5506-1449A1F6369A}"/>
          </ac:picMkLst>
        </pc:picChg>
        <pc:picChg chg="add mod">
          <ac:chgData name="Omar Villanueva" userId="0053ba41-6a35-4849-b50a-d5be6f123081" providerId="ADAL" clId="{E3F53CF1-1053-4F07-A599-CFE59C3453BB}" dt="2025-10-27T15:43:39.069" v="3402" actId="1076"/>
          <ac:picMkLst>
            <pc:docMk/>
            <pc:sldMk cId="463826768" sldId="319"/>
            <ac:picMk id="9" creationId="{A6A72245-7672-2D82-4A2E-86371506A047}"/>
          </ac:picMkLst>
        </pc:picChg>
      </pc:sldChg>
      <pc:sldChg chg="add">
        <pc:chgData name="Omar Villanueva" userId="0053ba41-6a35-4849-b50a-d5be6f123081" providerId="ADAL" clId="{E3F53CF1-1053-4F07-A599-CFE59C3453BB}" dt="2025-10-27T15:59:23.391" v="3404"/>
        <pc:sldMkLst>
          <pc:docMk/>
          <pc:sldMk cId="1269851038" sldId="319"/>
        </pc:sldMkLst>
      </pc:sldChg>
      <pc:sldChg chg="modSp add mod">
        <pc:chgData name="Omar Villanueva" userId="0053ba41-6a35-4849-b50a-d5be6f123081" providerId="ADAL" clId="{E3F53CF1-1053-4F07-A599-CFE59C3453BB}" dt="2025-10-27T16:22:12.942" v="3852" actId="115"/>
        <pc:sldMkLst>
          <pc:docMk/>
          <pc:sldMk cId="2121888849" sldId="320"/>
        </pc:sldMkLst>
        <pc:spChg chg="mod">
          <ac:chgData name="Omar Villanueva" userId="0053ba41-6a35-4849-b50a-d5be6f123081" providerId="ADAL" clId="{E3F53CF1-1053-4F07-A599-CFE59C3453BB}" dt="2025-10-27T16:22:12.942" v="3852" actId="115"/>
          <ac:spMkLst>
            <pc:docMk/>
            <pc:sldMk cId="2121888849" sldId="320"/>
            <ac:spMk id="7" creationId="{0C0CDD05-7EA4-0942-86A0-3A5693842067}"/>
          </ac:spMkLst>
        </pc:spChg>
        <pc:spChg chg="mod">
          <ac:chgData name="Omar Villanueva" userId="0053ba41-6a35-4849-b50a-d5be6f123081" providerId="ADAL" clId="{E3F53CF1-1053-4F07-A599-CFE59C3453BB}" dt="2025-10-27T16:20:02.188" v="3832" actId="1076"/>
          <ac:spMkLst>
            <pc:docMk/>
            <pc:sldMk cId="2121888849" sldId="320"/>
            <ac:spMk id="8" creationId="{60E789BC-DA70-C194-A48C-5189030972F0}"/>
          </ac:spMkLst>
        </pc:spChg>
      </pc:sldChg>
      <pc:sldChg chg="modSp add mod">
        <pc:chgData name="Omar Villanueva" userId="0053ba41-6a35-4849-b50a-d5be6f123081" providerId="ADAL" clId="{E3F53CF1-1053-4F07-A599-CFE59C3453BB}" dt="2025-10-27T16:21:28.423" v="3848" actId="1076"/>
        <pc:sldMkLst>
          <pc:docMk/>
          <pc:sldMk cId="3085906993" sldId="321"/>
        </pc:sldMkLst>
        <pc:spChg chg="mod">
          <ac:chgData name="Omar Villanueva" userId="0053ba41-6a35-4849-b50a-d5be6f123081" providerId="ADAL" clId="{E3F53CF1-1053-4F07-A599-CFE59C3453BB}" dt="2025-10-27T16:21:25.517" v="3847" actId="1076"/>
          <ac:spMkLst>
            <pc:docMk/>
            <pc:sldMk cId="3085906993" sldId="321"/>
            <ac:spMk id="7" creationId="{BFE3CF4A-92D2-1CB1-BFE9-0710D7B0C26D}"/>
          </ac:spMkLst>
        </pc:spChg>
        <pc:spChg chg="mod">
          <ac:chgData name="Omar Villanueva" userId="0053ba41-6a35-4849-b50a-d5be6f123081" providerId="ADAL" clId="{E3F53CF1-1053-4F07-A599-CFE59C3453BB}" dt="2025-10-27T16:21:28.423" v="3848" actId="1076"/>
          <ac:spMkLst>
            <pc:docMk/>
            <pc:sldMk cId="3085906993" sldId="321"/>
            <ac:spMk id="8" creationId="{1E6672D1-53CB-BE20-F74D-1C5731E758D2}"/>
          </ac:spMkLst>
        </pc:spChg>
      </pc:sldChg>
      <pc:sldMasterChg chg="delSldLayout">
        <pc:chgData name="Omar Villanueva" userId="0053ba41-6a35-4849-b50a-d5be6f123081" providerId="ADAL" clId="{E3F53CF1-1053-4F07-A599-CFE59C3453BB}" dt="2025-10-27T15:02:37.622" v="3349" actId="47"/>
        <pc:sldMasterMkLst>
          <pc:docMk/>
          <pc:sldMasterMk cId="0" sldId="2147483648"/>
        </pc:sldMasterMkLst>
        <pc:sldLayoutChg chg="del">
          <pc:chgData name="Omar Villanueva" userId="0053ba41-6a35-4849-b50a-d5be6f123081" providerId="ADAL" clId="{E3F53CF1-1053-4F07-A599-CFE59C3453BB}" dt="2025-10-27T15:02:37.622" v="3349" actId="47"/>
          <pc:sldLayoutMkLst>
            <pc:docMk/>
            <pc:sldMasterMk cId="0" sldId="2147483648"/>
            <pc:sldLayoutMk cId="3224924332" sldId="2147483678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8.jpeg"/><Relationship Id="rId7" Type="http://schemas.openxmlformats.org/officeDocument/2006/relationships/image" Target="../media/image10.gif"/><Relationship Id="rId2" Type="http://schemas.openxmlformats.org/officeDocument/2006/relationships/hyperlink" Target="https://www.eoi.es/blogs/gestioneducativa/page/18/" TargetMode="External"/><Relationship Id="rId1" Type="http://schemas.openxmlformats.org/officeDocument/2006/relationships/image" Target="../media/image7.jpeg"/><Relationship Id="rId6" Type="http://schemas.openxmlformats.org/officeDocument/2006/relationships/hyperlink" Target="https://technofaq.org/posts/2021/05/managing-a-marketing-agency/" TargetMode="External"/><Relationship Id="rId5" Type="http://schemas.openxmlformats.org/officeDocument/2006/relationships/image" Target="../media/image9.jpeg"/><Relationship Id="rId4" Type="http://schemas.openxmlformats.org/officeDocument/2006/relationships/hyperlink" Target="https://www.mundoerp.com/blog/erp-necesidad-especializacion-sector/" TargetMode="External"/><Relationship Id="rId9" Type="http://schemas.openxmlformats.org/officeDocument/2006/relationships/image" Target="../media/image12.jpe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8.jpeg"/><Relationship Id="rId7" Type="http://schemas.openxmlformats.org/officeDocument/2006/relationships/image" Target="../media/image10.gif"/><Relationship Id="rId2" Type="http://schemas.openxmlformats.org/officeDocument/2006/relationships/hyperlink" Target="https://www.eoi.es/blogs/gestioneducativa/page/18/" TargetMode="External"/><Relationship Id="rId1" Type="http://schemas.openxmlformats.org/officeDocument/2006/relationships/image" Target="../media/image7.jpeg"/><Relationship Id="rId6" Type="http://schemas.openxmlformats.org/officeDocument/2006/relationships/hyperlink" Target="https://technofaq.org/posts/2021/05/managing-a-marketing-agency/" TargetMode="External"/><Relationship Id="rId5" Type="http://schemas.openxmlformats.org/officeDocument/2006/relationships/image" Target="../media/image9.jpeg"/><Relationship Id="rId4" Type="http://schemas.openxmlformats.org/officeDocument/2006/relationships/hyperlink" Target="https://www.mundoerp.com/blog/erp-necesidad-especializacion-sector/" TargetMode="External"/><Relationship Id="rId9" Type="http://schemas.openxmlformats.org/officeDocument/2006/relationships/image" Target="../media/image1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460723-9E1F-431B-B8C7-BE9293B6577D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</dgm:pt>
    <dgm:pt modelId="{D8E09701-3C01-4759-9CED-C13A1EE247D5}">
      <dgm:prSet phldrT="[Texto]" phldr="0"/>
      <dgm:spPr/>
      <dgm:t>
        <a:bodyPr/>
        <a:lstStyle/>
        <a:p>
          <a:pPr rtl="0"/>
          <a:r>
            <a:rPr lang="es-ES" b="1">
              <a:latin typeface="Calibri"/>
            </a:rPr>
            <a:t>Actualización documental y normativo.</a:t>
          </a:r>
          <a:endParaRPr lang="es-ES" b="1"/>
        </a:p>
      </dgm:t>
    </dgm:pt>
    <dgm:pt modelId="{09EC2893-175D-4BB7-BFFF-852C15E88DF5}" type="parTrans" cxnId="{76B054D1-2F66-4837-B16F-A6970835C568}">
      <dgm:prSet/>
      <dgm:spPr/>
    </dgm:pt>
    <dgm:pt modelId="{F2A52F7B-DFF4-43A2-936D-A55226FA9C65}" type="sibTrans" cxnId="{76B054D1-2F66-4837-B16F-A6970835C568}">
      <dgm:prSet/>
      <dgm:spPr/>
    </dgm:pt>
    <dgm:pt modelId="{5559CE2B-12AD-45C1-B285-AACF35DC169E}">
      <dgm:prSet phldrT="[Texto]" phldr="0"/>
      <dgm:spPr/>
      <dgm:t>
        <a:bodyPr/>
        <a:lstStyle/>
        <a:p>
          <a:pPr rtl="0"/>
          <a:r>
            <a:rPr lang="es-ES" b="1">
              <a:latin typeface="Calibri"/>
            </a:rPr>
            <a:t>Actualización documental y normativa + documentación de requerimientos para adaptación </a:t>
          </a:r>
          <a:endParaRPr lang="es-ES" b="1"/>
        </a:p>
      </dgm:t>
    </dgm:pt>
    <dgm:pt modelId="{358D82D2-7E8A-49F7-83AC-F9AF704DDF04}" type="parTrans" cxnId="{C79BE6D2-FABD-4173-9D43-8C13ADD43BBD}">
      <dgm:prSet/>
      <dgm:spPr/>
    </dgm:pt>
    <dgm:pt modelId="{C788DA2A-0FCF-4083-9792-391A4C99ACE5}" type="sibTrans" cxnId="{C79BE6D2-FABD-4173-9D43-8C13ADD43BBD}">
      <dgm:prSet/>
      <dgm:spPr/>
    </dgm:pt>
    <dgm:pt modelId="{CCDDF680-BD69-4615-96AF-6739708489AC}">
      <dgm:prSet phldrT="[Texto]" phldr="0"/>
      <dgm:spPr/>
      <dgm:t>
        <a:bodyPr/>
        <a:lstStyle/>
        <a:p>
          <a:pPr rtl="0"/>
          <a:r>
            <a:rPr lang="es-ES" b="1">
              <a:latin typeface="Calibri"/>
            </a:rPr>
            <a:t>Actualización documental y normativa + requerimientos para el desarrollo de la base operativa del ERP hecho en casa y  a la medida.</a:t>
          </a:r>
          <a:r>
            <a:rPr lang="es-ES">
              <a:latin typeface="Calibri"/>
            </a:rPr>
            <a:t> </a:t>
          </a:r>
          <a:endParaRPr lang="es-ES"/>
        </a:p>
      </dgm:t>
    </dgm:pt>
    <dgm:pt modelId="{7B811BBE-BAB5-401C-A5EC-974568C081D2}" type="parTrans" cxnId="{D652DE93-0E54-4BFE-A46F-1B00E2AA360B}">
      <dgm:prSet/>
      <dgm:spPr/>
    </dgm:pt>
    <dgm:pt modelId="{11521DD3-E75E-4F33-8F19-95FD5ED0C49D}" type="sibTrans" cxnId="{D652DE93-0E54-4BFE-A46F-1B00E2AA360B}">
      <dgm:prSet/>
      <dgm:spPr/>
    </dgm:pt>
    <dgm:pt modelId="{1FEA109F-D27F-481A-9213-E50652DB84AC}" type="pres">
      <dgm:prSet presAssocID="{74460723-9E1F-431B-B8C7-BE9293B6577D}" presName="Name0" presStyleCnt="0">
        <dgm:presLayoutVars>
          <dgm:dir/>
          <dgm:animLvl val="lvl"/>
          <dgm:resizeHandles val="exact"/>
        </dgm:presLayoutVars>
      </dgm:prSet>
      <dgm:spPr/>
    </dgm:pt>
    <dgm:pt modelId="{C561262B-98A9-48A4-ADDC-CBAD39000F2B}" type="pres">
      <dgm:prSet presAssocID="{D8E09701-3C01-4759-9CED-C13A1EE247D5}" presName="composite" presStyleCnt="0"/>
      <dgm:spPr/>
    </dgm:pt>
    <dgm:pt modelId="{2EFD4E3F-3A86-4F11-8238-74248E8DB350}" type="pres">
      <dgm:prSet presAssocID="{D8E09701-3C01-4759-9CED-C13A1EE247D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C0A37B2-E323-44B8-ACAD-CB0F11272ED9}" type="pres">
      <dgm:prSet presAssocID="{D8E09701-3C01-4759-9CED-C13A1EE247D5}" presName="desTx" presStyleLbl="alignAccFollowNode1" presStyleIdx="0" presStyleCnt="3">
        <dgm:presLayoutVars>
          <dgm:bulletEnabled val="1"/>
        </dgm:presLayoutVars>
      </dgm:prSet>
      <dgm:spPr/>
    </dgm:pt>
    <dgm:pt modelId="{8B09FA2D-DFEA-4823-A66A-30B534A3A184}" type="pres">
      <dgm:prSet presAssocID="{F2A52F7B-DFF4-43A2-936D-A55226FA9C65}" presName="space" presStyleCnt="0"/>
      <dgm:spPr/>
    </dgm:pt>
    <dgm:pt modelId="{16B0B7A7-997C-44EF-969A-C77F35E11A38}" type="pres">
      <dgm:prSet presAssocID="{5559CE2B-12AD-45C1-B285-AACF35DC169E}" presName="composite" presStyleCnt="0"/>
      <dgm:spPr/>
    </dgm:pt>
    <dgm:pt modelId="{F94283DC-EDBD-4017-85C8-85BB633EFE46}" type="pres">
      <dgm:prSet presAssocID="{5559CE2B-12AD-45C1-B285-AACF35DC169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F76B384-C1B5-4117-9F4F-038C8F8BA1B3}" type="pres">
      <dgm:prSet presAssocID="{5559CE2B-12AD-45C1-B285-AACF35DC169E}" presName="desTx" presStyleLbl="alignAccFollowNode1" presStyleIdx="1" presStyleCnt="3">
        <dgm:presLayoutVars>
          <dgm:bulletEnabled val="1"/>
        </dgm:presLayoutVars>
      </dgm:prSet>
      <dgm:spPr/>
    </dgm:pt>
    <dgm:pt modelId="{4F678A99-C130-4175-ABAD-E0CC1DB28B4F}" type="pres">
      <dgm:prSet presAssocID="{C788DA2A-0FCF-4083-9792-391A4C99ACE5}" presName="space" presStyleCnt="0"/>
      <dgm:spPr/>
    </dgm:pt>
    <dgm:pt modelId="{D6510EFB-CFDF-41B3-9324-8A9155353CE6}" type="pres">
      <dgm:prSet presAssocID="{CCDDF680-BD69-4615-96AF-6739708489AC}" presName="composite" presStyleCnt="0"/>
      <dgm:spPr/>
    </dgm:pt>
    <dgm:pt modelId="{7B8D3C6B-E3AF-45DF-A9E3-964198386746}" type="pres">
      <dgm:prSet presAssocID="{CCDDF680-BD69-4615-96AF-6739708489A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B189643-3282-4E61-BAAA-73B244DDE616}" type="pres">
      <dgm:prSet presAssocID="{CCDDF680-BD69-4615-96AF-6739708489A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83311501-5E1D-4D12-9EC2-C10D1A17DA6C}" type="presOf" srcId="{5559CE2B-12AD-45C1-B285-AACF35DC169E}" destId="{F94283DC-EDBD-4017-85C8-85BB633EFE46}" srcOrd="0" destOrd="0" presId="urn:microsoft.com/office/officeart/2005/8/layout/hList1"/>
    <dgm:cxn modelId="{7B96942C-A191-4B9C-A6A9-0EE06A5002F6}" type="presOf" srcId="{D8E09701-3C01-4759-9CED-C13A1EE247D5}" destId="{2EFD4E3F-3A86-4F11-8238-74248E8DB350}" srcOrd="0" destOrd="0" presId="urn:microsoft.com/office/officeart/2005/8/layout/hList1"/>
    <dgm:cxn modelId="{17553E41-A472-4183-95D8-C5108806B2A7}" type="presOf" srcId="{74460723-9E1F-431B-B8C7-BE9293B6577D}" destId="{1FEA109F-D27F-481A-9213-E50652DB84AC}" srcOrd="0" destOrd="0" presId="urn:microsoft.com/office/officeart/2005/8/layout/hList1"/>
    <dgm:cxn modelId="{F5D0B563-B9B1-42EC-9385-EEE4808F631C}" type="presOf" srcId="{CCDDF680-BD69-4615-96AF-6739708489AC}" destId="{7B8D3C6B-E3AF-45DF-A9E3-964198386746}" srcOrd="0" destOrd="0" presId="urn:microsoft.com/office/officeart/2005/8/layout/hList1"/>
    <dgm:cxn modelId="{D652DE93-0E54-4BFE-A46F-1B00E2AA360B}" srcId="{74460723-9E1F-431B-B8C7-BE9293B6577D}" destId="{CCDDF680-BD69-4615-96AF-6739708489AC}" srcOrd="2" destOrd="0" parTransId="{7B811BBE-BAB5-401C-A5EC-974568C081D2}" sibTransId="{11521DD3-E75E-4F33-8F19-95FD5ED0C49D}"/>
    <dgm:cxn modelId="{76B054D1-2F66-4837-B16F-A6970835C568}" srcId="{74460723-9E1F-431B-B8C7-BE9293B6577D}" destId="{D8E09701-3C01-4759-9CED-C13A1EE247D5}" srcOrd="0" destOrd="0" parTransId="{09EC2893-175D-4BB7-BFFF-852C15E88DF5}" sibTransId="{F2A52F7B-DFF4-43A2-936D-A55226FA9C65}"/>
    <dgm:cxn modelId="{C79BE6D2-FABD-4173-9D43-8C13ADD43BBD}" srcId="{74460723-9E1F-431B-B8C7-BE9293B6577D}" destId="{5559CE2B-12AD-45C1-B285-AACF35DC169E}" srcOrd="1" destOrd="0" parTransId="{358D82D2-7E8A-49F7-83AC-F9AF704DDF04}" sibTransId="{C788DA2A-0FCF-4083-9792-391A4C99ACE5}"/>
    <dgm:cxn modelId="{8CDD4103-C8D0-413A-9F41-3794AF7684B7}" type="presParOf" srcId="{1FEA109F-D27F-481A-9213-E50652DB84AC}" destId="{C561262B-98A9-48A4-ADDC-CBAD39000F2B}" srcOrd="0" destOrd="0" presId="urn:microsoft.com/office/officeart/2005/8/layout/hList1"/>
    <dgm:cxn modelId="{69452C0E-C792-4BFF-A50B-64FA3A9239AF}" type="presParOf" srcId="{C561262B-98A9-48A4-ADDC-CBAD39000F2B}" destId="{2EFD4E3F-3A86-4F11-8238-74248E8DB350}" srcOrd="0" destOrd="0" presId="urn:microsoft.com/office/officeart/2005/8/layout/hList1"/>
    <dgm:cxn modelId="{D5B588D6-40F6-47DA-802D-04B07EDBF307}" type="presParOf" srcId="{C561262B-98A9-48A4-ADDC-CBAD39000F2B}" destId="{CC0A37B2-E323-44B8-ACAD-CB0F11272ED9}" srcOrd="1" destOrd="0" presId="urn:microsoft.com/office/officeart/2005/8/layout/hList1"/>
    <dgm:cxn modelId="{B692A2D7-7A0C-4723-8CB9-627F0481B17F}" type="presParOf" srcId="{1FEA109F-D27F-481A-9213-E50652DB84AC}" destId="{8B09FA2D-DFEA-4823-A66A-30B534A3A184}" srcOrd="1" destOrd="0" presId="urn:microsoft.com/office/officeart/2005/8/layout/hList1"/>
    <dgm:cxn modelId="{F45B5319-DCE9-47F3-B696-B8D3036133AA}" type="presParOf" srcId="{1FEA109F-D27F-481A-9213-E50652DB84AC}" destId="{16B0B7A7-997C-44EF-969A-C77F35E11A38}" srcOrd="2" destOrd="0" presId="urn:microsoft.com/office/officeart/2005/8/layout/hList1"/>
    <dgm:cxn modelId="{90CFF77B-916C-4739-B6F7-76CACBC0B63B}" type="presParOf" srcId="{16B0B7A7-997C-44EF-969A-C77F35E11A38}" destId="{F94283DC-EDBD-4017-85C8-85BB633EFE46}" srcOrd="0" destOrd="0" presId="urn:microsoft.com/office/officeart/2005/8/layout/hList1"/>
    <dgm:cxn modelId="{F8193AA0-5B14-45FF-A9C5-D112106FF18C}" type="presParOf" srcId="{16B0B7A7-997C-44EF-969A-C77F35E11A38}" destId="{AF76B384-C1B5-4117-9F4F-038C8F8BA1B3}" srcOrd="1" destOrd="0" presId="urn:microsoft.com/office/officeart/2005/8/layout/hList1"/>
    <dgm:cxn modelId="{6E0F31DE-BC89-4D79-9541-11E0F5C258C4}" type="presParOf" srcId="{1FEA109F-D27F-481A-9213-E50652DB84AC}" destId="{4F678A99-C130-4175-ABAD-E0CC1DB28B4F}" srcOrd="3" destOrd="0" presId="urn:microsoft.com/office/officeart/2005/8/layout/hList1"/>
    <dgm:cxn modelId="{4ABF9042-D14E-4391-AFA5-5E7CDD5ACD9D}" type="presParOf" srcId="{1FEA109F-D27F-481A-9213-E50652DB84AC}" destId="{D6510EFB-CFDF-41B3-9324-8A9155353CE6}" srcOrd="4" destOrd="0" presId="urn:microsoft.com/office/officeart/2005/8/layout/hList1"/>
    <dgm:cxn modelId="{174201BD-3B17-4043-9028-C080FED31D22}" type="presParOf" srcId="{D6510EFB-CFDF-41B3-9324-8A9155353CE6}" destId="{7B8D3C6B-E3AF-45DF-A9E3-964198386746}" srcOrd="0" destOrd="0" presId="urn:microsoft.com/office/officeart/2005/8/layout/hList1"/>
    <dgm:cxn modelId="{15639ABF-355A-46A2-B46B-0CBB79EF0BC0}" type="presParOf" srcId="{D6510EFB-CFDF-41B3-9324-8A9155353CE6}" destId="{EB189643-3282-4E61-BAAA-73B244DDE61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B3829E-9A3C-4CB0-BE10-B3D5279F8359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SV"/>
        </a:p>
      </dgm:t>
    </dgm:pt>
    <dgm:pt modelId="{4BA6BEB2-82E9-437D-88BB-B43A35749B99}">
      <dgm:prSet phldrT="[Texto]"/>
      <dgm:spPr/>
      <dgm:t>
        <a:bodyPr/>
        <a:lstStyle/>
        <a:p>
          <a:pPr rtl="0"/>
          <a:r>
            <a:rPr lang="es-MX">
              <a:latin typeface="Calibri"/>
            </a:rPr>
            <a:t>1.Iniciativas de actualización de normativas por parte del líder del proceso, promoviendo la mejora continua alineado al OE7 del PEI</a:t>
          </a:r>
          <a:endParaRPr lang="es-MX"/>
        </a:p>
      </dgm:t>
    </dgm:pt>
    <dgm:pt modelId="{D15EF3B0-C12C-4B11-B594-B7704A1159C3}" type="parTrans" cxnId="{CB1B7604-DAB2-48C1-B4FE-6FE344A43274}">
      <dgm:prSet/>
      <dgm:spPr/>
      <dgm:t>
        <a:bodyPr/>
        <a:lstStyle/>
        <a:p>
          <a:endParaRPr lang="es-SV"/>
        </a:p>
      </dgm:t>
    </dgm:pt>
    <dgm:pt modelId="{E4FC0B49-5D85-445B-97AE-A896F4954D09}" type="sibTrans" cxnId="{CB1B7604-DAB2-48C1-B4FE-6FE344A43274}">
      <dgm:prSet/>
      <dgm:spPr/>
      <dgm:t>
        <a:bodyPr/>
        <a:lstStyle/>
        <a:p>
          <a:endParaRPr lang="es-SV"/>
        </a:p>
      </dgm:t>
    </dgm:pt>
    <dgm:pt modelId="{77C7E1B4-C4F9-4AFA-A995-C093855B8B42}">
      <dgm:prSet phldrT="[Texto]"/>
      <dgm:spPr/>
      <dgm:t>
        <a:bodyPr/>
        <a:lstStyle/>
        <a:p>
          <a:pPr rtl="0"/>
          <a:r>
            <a:rPr lang="es-MX">
              <a:latin typeface="Calibri"/>
            </a:rPr>
            <a:t>2.Sistema</a:t>
          </a:r>
          <a:r>
            <a:rPr lang="es-MX"/>
            <a:t> de información ERP-Universitario reciba insumos para desarrollo de programación</a:t>
          </a:r>
          <a:r>
            <a:rPr lang="es-MX">
              <a:latin typeface="Calibri"/>
            </a:rPr>
            <a:t> alineado al OE 7 del PEI.</a:t>
          </a:r>
          <a:endParaRPr lang="es-SV"/>
        </a:p>
      </dgm:t>
    </dgm:pt>
    <dgm:pt modelId="{CDC01457-C960-4AA3-AB16-B44EC447A548}" type="parTrans" cxnId="{825DBBAB-57E6-4FCE-97B1-D6F24DF8C8DC}">
      <dgm:prSet/>
      <dgm:spPr/>
      <dgm:t>
        <a:bodyPr/>
        <a:lstStyle/>
        <a:p>
          <a:endParaRPr lang="es-SV"/>
        </a:p>
      </dgm:t>
    </dgm:pt>
    <dgm:pt modelId="{11DC6651-3408-43B6-A06B-2D82D788B948}" type="sibTrans" cxnId="{825DBBAB-57E6-4FCE-97B1-D6F24DF8C8DC}">
      <dgm:prSet/>
      <dgm:spPr/>
      <dgm:t>
        <a:bodyPr/>
        <a:lstStyle/>
        <a:p>
          <a:endParaRPr lang="es-SV"/>
        </a:p>
      </dgm:t>
    </dgm:pt>
    <dgm:pt modelId="{9BFFBEC0-A19E-423C-AA72-CCA5B4ED6843}">
      <dgm:prSet phldrT="[Texto]"/>
      <dgm:spPr/>
      <dgm:t>
        <a:bodyPr/>
        <a:lstStyle/>
        <a:p>
          <a:pPr rtl="0"/>
          <a:r>
            <a:rPr lang="es-MX">
              <a:latin typeface="Calibri"/>
            </a:rPr>
            <a:t>3.Promover</a:t>
          </a:r>
          <a:r>
            <a:rPr lang="es-MX"/>
            <a:t> la cultura de trabajo en equipo</a:t>
          </a:r>
          <a:r>
            <a:rPr lang="es-MX">
              <a:latin typeface="Calibri"/>
            </a:rPr>
            <a:t>, la gestión por procesos, la gobernanza  y la innovación así, como la experiencia del usuario en sintonía con el OE8 del PEI. </a:t>
          </a:r>
          <a:endParaRPr lang="es-SV"/>
        </a:p>
      </dgm:t>
    </dgm:pt>
    <dgm:pt modelId="{16ECC734-F3E0-4AA2-967E-13ACB845530D}" type="parTrans" cxnId="{E400ACB9-AEEF-422B-A3B7-DB269BAC9408}">
      <dgm:prSet/>
      <dgm:spPr/>
      <dgm:t>
        <a:bodyPr/>
        <a:lstStyle/>
        <a:p>
          <a:endParaRPr lang="es-SV"/>
        </a:p>
      </dgm:t>
    </dgm:pt>
    <dgm:pt modelId="{B2695BC5-CD0F-4F0A-9CB9-831CC75FB072}" type="sibTrans" cxnId="{E400ACB9-AEEF-422B-A3B7-DB269BAC9408}">
      <dgm:prSet/>
      <dgm:spPr/>
      <dgm:t>
        <a:bodyPr/>
        <a:lstStyle/>
        <a:p>
          <a:endParaRPr lang="es-SV"/>
        </a:p>
      </dgm:t>
    </dgm:pt>
    <dgm:pt modelId="{2F2C8F33-2AD4-4EA6-B807-7543CB072BBA}">
      <dgm:prSet phldr="0"/>
      <dgm:spPr/>
      <dgm:t>
        <a:bodyPr/>
        <a:lstStyle/>
        <a:p>
          <a:pPr rtl="0"/>
          <a:r>
            <a:rPr lang="es-MX">
              <a:latin typeface="Calibri"/>
            </a:rPr>
            <a:t>4.Gestión del conocimiento. OE7 y OE8 del PEI.</a:t>
          </a:r>
        </a:p>
      </dgm:t>
    </dgm:pt>
    <dgm:pt modelId="{7F537742-C754-4F74-B486-FE8624A16F1E}" type="parTrans" cxnId="{C3278165-4B5C-46DD-BE90-DA6127890953}">
      <dgm:prSet/>
      <dgm:spPr/>
    </dgm:pt>
    <dgm:pt modelId="{E0491C5A-B348-483F-816D-D4D6ADD3B3BB}" type="sibTrans" cxnId="{C3278165-4B5C-46DD-BE90-DA6127890953}">
      <dgm:prSet/>
      <dgm:spPr/>
    </dgm:pt>
    <dgm:pt modelId="{B47CF1CC-C636-4F39-B428-C42868487A3A}">
      <dgm:prSet phldr="0"/>
      <dgm:spPr/>
      <dgm:t>
        <a:bodyPr/>
        <a:lstStyle/>
        <a:p>
          <a:pPr rtl="0"/>
          <a:r>
            <a:rPr lang="es-MX">
              <a:latin typeface="Calibri"/>
            </a:rPr>
            <a:t>5.Conexión del flujo de valor por procesos entre funciones. OE7 del PEI.</a:t>
          </a:r>
        </a:p>
      </dgm:t>
    </dgm:pt>
    <dgm:pt modelId="{CF52BCFE-0D4B-404C-B761-A36ABBFD2BBA}" type="parTrans" cxnId="{10F7B8AE-FCE3-4A23-9A4A-3B539A4066C8}">
      <dgm:prSet/>
      <dgm:spPr/>
    </dgm:pt>
    <dgm:pt modelId="{8DEEA191-C39A-4721-8962-BFA8DE7AB308}" type="sibTrans" cxnId="{10F7B8AE-FCE3-4A23-9A4A-3B539A4066C8}">
      <dgm:prSet/>
      <dgm:spPr/>
    </dgm:pt>
    <dgm:pt modelId="{26BE2952-D7B4-4E13-A422-44FB89622EB8}">
      <dgm:prSet phldr="0"/>
      <dgm:spPr/>
      <dgm:t>
        <a:bodyPr/>
        <a:lstStyle/>
        <a:p>
          <a:pPr rtl="0"/>
          <a:r>
            <a:rPr lang="es-MX">
              <a:latin typeface="Calibri"/>
            </a:rPr>
            <a:t>6.Contribución a la ruta de transformación digital. OE8 del PEI.</a:t>
          </a:r>
        </a:p>
      </dgm:t>
    </dgm:pt>
    <dgm:pt modelId="{5C2595D0-96AD-4144-AC20-E7F102AC489D}" type="parTrans" cxnId="{CAB43814-73EA-4022-92A8-9DB589CE2CA5}">
      <dgm:prSet/>
      <dgm:spPr/>
    </dgm:pt>
    <dgm:pt modelId="{5E83BCE1-27EB-4FEE-909D-98C734DA73B7}" type="sibTrans" cxnId="{CAB43814-73EA-4022-92A8-9DB589CE2CA5}">
      <dgm:prSet/>
      <dgm:spPr/>
    </dgm:pt>
    <dgm:pt modelId="{C18D2D24-67BA-415F-9ABE-5CB766B53F98}" type="pres">
      <dgm:prSet presAssocID="{A5B3829E-9A3C-4CB0-BE10-B3D5279F8359}" presName="Name0" presStyleCnt="0">
        <dgm:presLayoutVars>
          <dgm:dir/>
          <dgm:resizeHandles val="exact"/>
        </dgm:presLayoutVars>
      </dgm:prSet>
      <dgm:spPr/>
    </dgm:pt>
    <dgm:pt modelId="{2DCEEC39-DAF5-467D-A55D-AF35D12219D3}" type="pres">
      <dgm:prSet presAssocID="{4BA6BEB2-82E9-437D-88BB-B43A35749B99}" presName="compNode" presStyleCnt="0"/>
      <dgm:spPr/>
    </dgm:pt>
    <dgm:pt modelId="{83C5B60D-87CF-429B-A576-582BC9C12145}" type="pres">
      <dgm:prSet presAssocID="{4BA6BEB2-82E9-437D-88BB-B43A35749B99}" presName="pictRect" presStyleLbl="node1" presStyleIdx="0" presStyleCnt="6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t="-4000" b="-4000"/>
          </a:stretch>
        </a:blipFill>
      </dgm:spPr>
    </dgm:pt>
    <dgm:pt modelId="{B5E472D9-AC2D-45C0-B9B2-2CA5FDA07ED9}" type="pres">
      <dgm:prSet presAssocID="{4BA6BEB2-82E9-437D-88BB-B43A35749B99}" presName="textRect" presStyleLbl="revTx" presStyleIdx="0" presStyleCnt="6">
        <dgm:presLayoutVars>
          <dgm:bulletEnabled val="1"/>
        </dgm:presLayoutVars>
      </dgm:prSet>
      <dgm:spPr/>
    </dgm:pt>
    <dgm:pt modelId="{A37E3DDD-575D-49D9-993D-D0ABE20591B1}" type="pres">
      <dgm:prSet presAssocID="{E4FC0B49-5D85-445B-97AE-A896F4954D09}" presName="sibTrans" presStyleLbl="sibTrans2D1" presStyleIdx="0" presStyleCnt="0"/>
      <dgm:spPr/>
    </dgm:pt>
    <dgm:pt modelId="{0391FF7A-5DCD-4F0A-AB3B-84DEA7D220DA}" type="pres">
      <dgm:prSet presAssocID="{77C7E1B4-C4F9-4AFA-A995-C093855B8B42}" presName="compNode" presStyleCnt="0"/>
      <dgm:spPr/>
    </dgm:pt>
    <dgm:pt modelId="{9E685A2E-D291-4536-8E97-DEDF34DF96B3}" type="pres">
      <dgm:prSet presAssocID="{77C7E1B4-C4F9-4AFA-A995-C093855B8B42}" presName="pictRect" presStyleLbl="node1" presStyleIdx="1" presStyleCnt="6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2000" r="-2000"/>
          </a:stretch>
        </a:blipFill>
      </dgm:spPr>
    </dgm:pt>
    <dgm:pt modelId="{FFC64522-EB28-4A73-AFD5-433E9F103840}" type="pres">
      <dgm:prSet presAssocID="{77C7E1B4-C4F9-4AFA-A995-C093855B8B42}" presName="textRect" presStyleLbl="revTx" presStyleIdx="1" presStyleCnt="6">
        <dgm:presLayoutVars>
          <dgm:bulletEnabled val="1"/>
        </dgm:presLayoutVars>
      </dgm:prSet>
      <dgm:spPr/>
    </dgm:pt>
    <dgm:pt modelId="{14F58E61-9615-4B0D-9F04-238AF5C15A62}" type="pres">
      <dgm:prSet presAssocID="{11DC6651-3408-43B6-A06B-2D82D788B948}" presName="sibTrans" presStyleLbl="sibTrans2D1" presStyleIdx="0" presStyleCnt="0"/>
      <dgm:spPr/>
    </dgm:pt>
    <dgm:pt modelId="{1822E128-A440-4F57-9862-71DA404C0B7B}" type="pres">
      <dgm:prSet presAssocID="{9BFFBEC0-A19E-423C-AA72-CCA5B4ED6843}" presName="compNode" presStyleCnt="0"/>
      <dgm:spPr/>
    </dgm:pt>
    <dgm:pt modelId="{A7A5E039-524A-467F-A231-D1D57ACFD690}" type="pres">
      <dgm:prSet presAssocID="{9BFFBEC0-A19E-423C-AA72-CCA5B4ED6843}" presName="pictRect" presStyleLbl="node1" presStyleIdx="2" presStyleCnt="6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l="-2000" r="-2000"/>
          </a:stretch>
        </a:blipFill>
      </dgm:spPr>
    </dgm:pt>
    <dgm:pt modelId="{71E92B6E-DFCF-47C3-8563-AC7F3C301357}" type="pres">
      <dgm:prSet presAssocID="{9BFFBEC0-A19E-423C-AA72-CCA5B4ED6843}" presName="textRect" presStyleLbl="revTx" presStyleIdx="2" presStyleCnt="6">
        <dgm:presLayoutVars>
          <dgm:bulletEnabled val="1"/>
        </dgm:presLayoutVars>
      </dgm:prSet>
      <dgm:spPr/>
    </dgm:pt>
    <dgm:pt modelId="{D7D6177D-F56C-421B-963C-114530E1D833}" type="pres">
      <dgm:prSet presAssocID="{B2695BC5-CD0F-4F0A-9CB9-831CC75FB072}" presName="sibTrans" presStyleLbl="sibTrans2D1" presStyleIdx="0" presStyleCnt="0"/>
      <dgm:spPr/>
    </dgm:pt>
    <dgm:pt modelId="{25596DC4-8201-4C74-BB64-C765D2835243}" type="pres">
      <dgm:prSet presAssocID="{2F2C8F33-2AD4-4EA6-B807-7543CB072BBA}" presName="compNode" presStyleCnt="0"/>
      <dgm:spPr/>
    </dgm:pt>
    <dgm:pt modelId="{1DCA014C-8BB4-4F12-9122-7898C0FC1F28}" type="pres">
      <dgm:prSet presAssocID="{2F2C8F33-2AD4-4EA6-B807-7543CB072BBA}" presName="pictRect" presStyleLbl="node1" presStyleIdx="3" presStyleCnt="6"/>
      <dgm:spPr>
        <a:blipFill>
          <a:blip xmlns:r="http://schemas.openxmlformats.org/officeDocument/2006/relationships" r:embed="rId7"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ruption!: Gestión del Conocimiento 2.0, aprender trabajando!"/>
        </a:ext>
      </dgm:extLst>
    </dgm:pt>
    <dgm:pt modelId="{E3AF814A-D6E1-48A3-B8CA-44A6CA3FAB15}" type="pres">
      <dgm:prSet presAssocID="{2F2C8F33-2AD4-4EA6-B807-7543CB072BBA}" presName="textRect" presStyleLbl="revTx" presStyleIdx="3" presStyleCnt="6">
        <dgm:presLayoutVars>
          <dgm:bulletEnabled val="1"/>
        </dgm:presLayoutVars>
      </dgm:prSet>
      <dgm:spPr/>
    </dgm:pt>
    <dgm:pt modelId="{12BB168D-E2BD-4BBC-8DA0-7210D068100E}" type="pres">
      <dgm:prSet presAssocID="{E0491C5A-B348-483F-816D-D4D6ADD3B3BB}" presName="sibTrans" presStyleLbl="sibTrans2D1" presStyleIdx="0" presStyleCnt="0"/>
      <dgm:spPr/>
    </dgm:pt>
    <dgm:pt modelId="{FBC21263-ED71-4813-BA36-71D020E433A9}" type="pres">
      <dgm:prSet presAssocID="{B47CF1CC-C636-4F39-B428-C42868487A3A}" presName="compNode" presStyleCnt="0"/>
      <dgm:spPr/>
    </dgm:pt>
    <dgm:pt modelId="{6DC380DC-10E5-47A0-8429-9ECC0E728F11}" type="pres">
      <dgm:prSet presAssocID="{B47CF1CC-C636-4F39-B428-C42868487A3A}" presName="pictRect" presStyleLbl="node1" presStyleIdx="4" presStyleCnt="6"/>
      <dgm:spPr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PMN o diagrama de actividades: herramienta de control de los procesos ..."/>
        </a:ext>
      </dgm:extLst>
    </dgm:pt>
    <dgm:pt modelId="{A74679C7-B2FF-402F-BEBC-AAFD30077DDF}" type="pres">
      <dgm:prSet presAssocID="{B47CF1CC-C636-4F39-B428-C42868487A3A}" presName="textRect" presStyleLbl="revTx" presStyleIdx="4" presStyleCnt="6">
        <dgm:presLayoutVars>
          <dgm:bulletEnabled val="1"/>
        </dgm:presLayoutVars>
      </dgm:prSet>
      <dgm:spPr/>
    </dgm:pt>
    <dgm:pt modelId="{47439C2D-07A3-44D3-8BE2-851017CC3A82}" type="pres">
      <dgm:prSet presAssocID="{8DEEA191-C39A-4721-8962-BFA8DE7AB308}" presName="sibTrans" presStyleLbl="sibTrans2D1" presStyleIdx="0" presStyleCnt="0"/>
      <dgm:spPr/>
    </dgm:pt>
    <dgm:pt modelId="{9D348E6F-F720-490C-AFCF-E2CCD83274A7}" type="pres">
      <dgm:prSet presAssocID="{26BE2952-D7B4-4E13-A422-44FB89622EB8}" presName="compNode" presStyleCnt="0"/>
      <dgm:spPr/>
    </dgm:pt>
    <dgm:pt modelId="{13417F74-FB4F-49E2-BECC-4CD7683E57D2}" type="pres">
      <dgm:prSet presAssocID="{26BE2952-D7B4-4E13-A422-44FB89622EB8}" presName="pictRect" presStyleLbl="node1" presStyleIdx="5" presStyleCnt="6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ormación digital y madurez empresaria en Gestión del cambio ..."/>
        </a:ext>
      </dgm:extLst>
    </dgm:pt>
    <dgm:pt modelId="{48A9B7C8-EC5E-4C33-837E-79A9581AA701}" type="pres">
      <dgm:prSet presAssocID="{26BE2952-D7B4-4E13-A422-44FB89622EB8}" presName="textRect" presStyleLbl="revTx" presStyleIdx="5" presStyleCnt="6">
        <dgm:presLayoutVars>
          <dgm:bulletEnabled val="1"/>
        </dgm:presLayoutVars>
      </dgm:prSet>
      <dgm:spPr/>
    </dgm:pt>
  </dgm:ptLst>
  <dgm:cxnLst>
    <dgm:cxn modelId="{CB1B7604-DAB2-48C1-B4FE-6FE344A43274}" srcId="{A5B3829E-9A3C-4CB0-BE10-B3D5279F8359}" destId="{4BA6BEB2-82E9-437D-88BB-B43A35749B99}" srcOrd="0" destOrd="0" parTransId="{D15EF3B0-C12C-4B11-B594-B7704A1159C3}" sibTransId="{E4FC0B49-5D85-445B-97AE-A896F4954D09}"/>
    <dgm:cxn modelId="{CAB43814-73EA-4022-92A8-9DB589CE2CA5}" srcId="{A5B3829E-9A3C-4CB0-BE10-B3D5279F8359}" destId="{26BE2952-D7B4-4E13-A422-44FB89622EB8}" srcOrd="5" destOrd="0" parTransId="{5C2595D0-96AD-4144-AC20-E7F102AC489D}" sibTransId="{5E83BCE1-27EB-4FEE-909D-98C734DA73B7}"/>
    <dgm:cxn modelId="{1602361C-77D0-445B-89F9-75B85BF4E443}" type="presOf" srcId="{77C7E1B4-C4F9-4AFA-A995-C093855B8B42}" destId="{FFC64522-EB28-4A73-AFD5-433E9F103840}" srcOrd="0" destOrd="0" presId="urn:microsoft.com/office/officeart/2005/8/layout/pList1"/>
    <dgm:cxn modelId="{0CE1701D-87A2-4FC0-BF9B-0E8AA41596A3}" type="presOf" srcId="{E4FC0B49-5D85-445B-97AE-A896F4954D09}" destId="{A37E3DDD-575D-49D9-993D-D0ABE20591B1}" srcOrd="0" destOrd="0" presId="urn:microsoft.com/office/officeart/2005/8/layout/pList1"/>
    <dgm:cxn modelId="{91EBAD20-53D7-4453-9468-C9401531CE0D}" type="presOf" srcId="{2F2C8F33-2AD4-4EA6-B807-7543CB072BBA}" destId="{E3AF814A-D6E1-48A3-B8CA-44A6CA3FAB15}" srcOrd="0" destOrd="0" presId="urn:microsoft.com/office/officeart/2005/8/layout/pList1"/>
    <dgm:cxn modelId="{45C26F2B-7955-449D-A4AB-152597F6FFE6}" type="presOf" srcId="{26BE2952-D7B4-4E13-A422-44FB89622EB8}" destId="{48A9B7C8-EC5E-4C33-837E-79A9581AA701}" srcOrd="0" destOrd="0" presId="urn:microsoft.com/office/officeart/2005/8/layout/pList1"/>
    <dgm:cxn modelId="{7B078B38-F3BB-46A6-86E1-36C353599C96}" type="presOf" srcId="{A5B3829E-9A3C-4CB0-BE10-B3D5279F8359}" destId="{C18D2D24-67BA-415F-9ABE-5CB766B53F98}" srcOrd="0" destOrd="0" presId="urn:microsoft.com/office/officeart/2005/8/layout/pList1"/>
    <dgm:cxn modelId="{8237CC3F-E57D-4EB8-8446-6CD13ABD70EC}" type="presOf" srcId="{11DC6651-3408-43B6-A06B-2D82D788B948}" destId="{14F58E61-9615-4B0D-9F04-238AF5C15A62}" srcOrd="0" destOrd="0" presId="urn:microsoft.com/office/officeart/2005/8/layout/pList1"/>
    <dgm:cxn modelId="{CE7C3E40-CCF5-40CB-B738-3F53028C9437}" type="presOf" srcId="{8DEEA191-C39A-4721-8962-BFA8DE7AB308}" destId="{47439C2D-07A3-44D3-8BE2-851017CC3A82}" srcOrd="0" destOrd="0" presId="urn:microsoft.com/office/officeart/2005/8/layout/pList1"/>
    <dgm:cxn modelId="{C3278165-4B5C-46DD-BE90-DA6127890953}" srcId="{A5B3829E-9A3C-4CB0-BE10-B3D5279F8359}" destId="{2F2C8F33-2AD4-4EA6-B807-7543CB072BBA}" srcOrd="3" destOrd="0" parTransId="{7F537742-C754-4F74-B486-FE8624A16F1E}" sibTransId="{E0491C5A-B348-483F-816D-D4D6ADD3B3BB}"/>
    <dgm:cxn modelId="{810ED574-69CB-4269-9BFD-0A39CCB65D75}" type="presOf" srcId="{9BFFBEC0-A19E-423C-AA72-CCA5B4ED6843}" destId="{71E92B6E-DFCF-47C3-8563-AC7F3C301357}" srcOrd="0" destOrd="0" presId="urn:microsoft.com/office/officeart/2005/8/layout/pList1"/>
    <dgm:cxn modelId="{5975E05A-86C3-45A8-9D1E-7403D6C52713}" type="presOf" srcId="{B47CF1CC-C636-4F39-B428-C42868487A3A}" destId="{A74679C7-B2FF-402F-BEBC-AAFD30077DDF}" srcOrd="0" destOrd="0" presId="urn:microsoft.com/office/officeart/2005/8/layout/pList1"/>
    <dgm:cxn modelId="{DA337D90-4FFD-47B8-8208-54AEA6E78FDC}" type="presOf" srcId="{4BA6BEB2-82E9-437D-88BB-B43A35749B99}" destId="{B5E472D9-AC2D-45C0-B9B2-2CA5FDA07ED9}" srcOrd="0" destOrd="0" presId="urn:microsoft.com/office/officeart/2005/8/layout/pList1"/>
    <dgm:cxn modelId="{2C0D5CA0-43C2-4316-973B-2761A81CFFD6}" type="presOf" srcId="{E0491C5A-B348-483F-816D-D4D6ADD3B3BB}" destId="{12BB168D-E2BD-4BBC-8DA0-7210D068100E}" srcOrd="0" destOrd="0" presId="urn:microsoft.com/office/officeart/2005/8/layout/pList1"/>
    <dgm:cxn modelId="{825DBBAB-57E6-4FCE-97B1-D6F24DF8C8DC}" srcId="{A5B3829E-9A3C-4CB0-BE10-B3D5279F8359}" destId="{77C7E1B4-C4F9-4AFA-A995-C093855B8B42}" srcOrd="1" destOrd="0" parTransId="{CDC01457-C960-4AA3-AB16-B44EC447A548}" sibTransId="{11DC6651-3408-43B6-A06B-2D82D788B948}"/>
    <dgm:cxn modelId="{10F7B8AE-FCE3-4A23-9A4A-3B539A4066C8}" srcId="{A5B3829E-9A3C-4CB0-BE10-B3D5279F8359}" destId="{B47CF1CC-C636-4F39-B428-C42868487A3A}" srcOrd="4" destOrd="0" parTransId="{CF52BCFE-0D4B-404C-B761-A36ABBFD2BBA}" sibTransId="{8DEEA191-C39A-4721-8962-BFA8DE7AB308}"/>
    <dgm:cxn modelId="{E400ACB9-AEEF-422B-A3B7-DB269BAC9408}" srcId="{A5B3829E-9A3C-4CB0-BE10-B3D5279F8359}" destId="{9BFFBEC0-A19E-423C-AA72-CCA5B4ED6843}" srcOrd="2" destOrd="0" parTransId="{16ECC734-F3E0-4AA2-967E-13ACB845530D}" sibTransId="{B2695BC5-CD0F-4F0A-9CB9-831CC75FB072}"/>
    <dgm:cxn modelId="{CA45BEDC-EE17-4CA5-917D-11F1AD9D671C}" type="presOf" srcId="{B2695BC5-CD0F-4F0A-9CB9-831CC75FB072}" destId="{D7D6177D-F56C-421B-963C-114530E1D833}" srcOrd="0" destOrd="0" presId="urn:microsoft.com/office/officeart/2005/8/layout/pList1"/>
    <dgm:cxn modelId="{2F458273-74FC-4600-ADB3-749EAAE3C09A}" type="presParOf" srcId="{C18D2D24-67BA-415F-9ABE-5CB766B53F98}" destId="{2DCEEC39-DAF5-467D-A55D-AF35D12219D3}" srcOrd="0" destOrd="0" presId="urn:microsoft.com/office/officeart/2005/8/layout/pList1"/>
    <dgm:cxn modelId="{DF85B602-F43B-4316-AC3F-ABCAECDE910C}" type="presParOf" srcId="{2DCEEC39-DAF5-467D-A55D-AF35D12219D3}" destId="{83C5B60D-87CF-429B-A576-582BC9C12145}" srcOrd="0" destOrd="0" presId="urn:microsoft.com/office/officeart/2005/8/layout/pList1"/>
    <dgm:cxn modelId="{7A6F2C1B-52E1-49E0-B055-A3E6E1BB7414}" type="presParOf" srcId="{2DCEEC39-DAF5-467D-A55D-AF35D12219D3}" destId="{B5E472D9-AC2D-45C0-B9B2-2CA5FDA07ED9}" srcOrd="1" destOrd="0" presId="urn:microsoft.com/office/officeart/2005/8/layout/pList1"/>
    <dgm:cxn modelId="{54B474CF-EB01-4999-96DB-66E67B3FC1DD}" type="presParOf" srcId="{C18D2D24-67BA-415F-9ABE-5CB766B53F98}" destId="{A37E3DDD-575D-49D9-993D-D0ABE20591B1}" srcOrd="1" destOrd="0" presId="urn:microsoft.com/office/officeart/2005/8/layout/pList1"/>
    <dgm:cxn modelId="{4353B37C-7EED-42B4-B098-6C9D695FE2CA}" type="presParOf" srcId="{C18D2D24-67BA-415F-9ABE-5CB766B53F98}" destId="{0391FF7A-5DCD-4F0A-AB3B-84DEA7D220DA}" srcOrd="2" destOrd="0" presId="urn:microsoft.com/office/officeart/2005/8/layout/pList1"/>
    <dgm:cxn modelId="{82B51D72-5707-493D-8AF9-4E15B1F69644}" type="presParOf" srcId="{0391FF7A-5DCD-4F0A-AB3B-84DEA7D220DA}" destId="{9E685A2E-D291-4536-8E97-DEDF34DF96B3}" srcOrd="0" destOrd="0" presId="urn:microsoft.com/office/officeart/2005/8/layout/pList1"/>
    <dgm:cxn modelId="{4DA8A651-DA9F-490E-ACF5-7C42487CE6F8}" type="presParOf" srcId="{0391FF7A-5DCD-4F0A-AB3B-84DEA7D220DA}" destId="{FFC64522-EB28-4A73-AFD5-433E9F103840}" srcOrd="1" destOrd="0" presId="urn:microsoft.com/office/officeart/2005/8/layout/pList1"/>
    <dgm:cxn modelId="{0F2C90BA-1D0B-4B97-AB3A-AF2065EB70EB}" type="presParOf" srcId="{C18D2D24-67BA-415F-9ABE-5CB766B53F98}" destId="{14F58E61-9615-4B0D-9F04-238AF5C15A62}" srcOrd="3" destOrd="0" presId="urn:microsoft.com/office/officeart/2005/8/layout/pList1"/>
    <dgm:cxn modelId="{7B11ACDC-4193-4F8C-870B-3290BCFAEFD3}" type="presParOf" srcId="{C18D2D24-67BA-415F-9ABE-5CB766B53F98}" destId="{1822E128-A440-4F57-9862-71DA404C0B7B}" srcOrd="4" destOrd="0" presId="urn:microsoft.com/office/officeart/2005/8/layout/pList1"/>
    <dgm:cxn modelId="{B0FA68B9-36F1-45EB-B434-60A145CC5CB5}" type="presParOf" srcId="{1822E128-A440-4F57-9862-71DA404C0B7B}" destId="{A7A5E039-524A-467F-A231-D1D57ACFD690}" srcOrd="0" destOrd="0" presId="urn:microsoft.com/office/officeart/2005/8/layout/pList1"/>
    <dgm:cxn modelId="{E21B3DBC-DE7F-4B98-ADFB-04406C69434D}" type="presParOf" srcId="{1822E128-A440-4F57-9862-71DA404C0B7B}" destId="{71E92B6E-DFCF-47C3-8563-AC7F3C301357}" srcOrd="1" destOrd="0" presId="urn:microsoft.com/office/officeart/2005/8/layout/pList1"/>
    <dgm:cxn modelId="{6F9B29B0-19C7-4066-B7D4-4C0B7F71241C}" type="presParOf" srcId="{C18D2D24-67BA-415F-9ABE-5CB766B53F98}" destId="{D7D6177D-F56C-421B-963C-114530E1D833}" srcOrd="5" destOrd="0" presId="urn:microsoft.com/office/officeart/2005/8/layout/pList1"/>
    <dgm:cxn modelId="{DE3E185A-52BC-4804-BFE6-A52693F12937}" type="presParOf" srcId="{C18D2D24-67BA-415F-9ABE-5CB766B53F98}" destId="{25596DC4-8201-4C74-BB64-C765D2835243}" srcOrd="6" destOrd="0" presId="urn:microsoft.com/office/officeart/2005/8/layout/pList1"/>
    <dgm:cxn modelId="{13441DBE-DF6D-4E8F-B276-8BBC041F02A0}" type="presParOf" srcId="{25596DC4-8201-4C74-BB64-C765D2835243}" destId="{1DCA014C-8BB4-4F12-9122-7898C0FC1F28}" srcOrd="0" destOrd="0" presId="urn:microsoft.com/office/officeart/2005/8/layout/pList1"/>
    <dgm:cxn modelId="{2CA22642-7F2F-4B3B-A70B-BCC5F40922B8}" type="presParOf" srcId="{25596DC4-8201-4C74-BB64-C765D2835243}" destId="{E3AF814A-D6E1-48A3-B8CA-44A6CA3FAB15}" srcOrd="1" destOrd="0" presId="urn:microsoft.com/office/officeart/2005/8/layout/pList1"/>
    <dgm:cxn modelId="{7F4CFA6D-D90F-4584-9796-AAEC488124CF}" type="presParOf" srcId="{C18D2D24-67BA-415F-9ABE-5CB766B53F98}" destId="{12BB168D-E2BD-4BBC-8DA0-7210D068100E}" srcOrd="7" destOrd="0" presId="urn:microsoft.com/office/officeart/2005/8/layout/pList1"/>
    <dgm:cxn modelId="{2B934D65-BBCF-477B-B88F-EC01B5ED0AA7}" type="presParOf" srcId="{C18D2D24-67BA-415F-9ABE-5CB766B53F98}" destId="{FBC21263-ED71-4813-BA36-71D020E433A9}" srcOrd="8" destOrd="0" presId="urn:microsoft.com/office/officeart/2005/8/layout/pList1"/>
    <dgm:cxn modelId="{A114BFD4-1777-4E9C-813F-43F6578FF8BC}" type="presParOf" srcId="{FBC21263-ED71-4813-BA36-71D020E433A9}" destId="{6DC380DC-10E5-47A0-8429-9ECC0E728F11}" srcOrd="0" destOrd="0" presId="urn:microsoft.com/office/officeart/2005/8/layout/pList1"/>
    <dgm:cxn modelId="{27107B08-F103-4A60-9956-952B19F8E5AD}" type="presParOf" srcId="{FBC21263-ED71-4813-BA36-71D020E433A9}" destId="{A74679C7-B2FF-402F-BEBC-AAFD30077DDF}" srcOrd="1" destOrd="0" presId="urn:microsoft.com/office/officeart/2005/8/layout/pList1"/>
    <dgm:cxn modelId="{5F534070-77CE-4BBE-81AF-97C52C0F9F65}" type="presParOf" srcId="{C18D2D24-67BA-415F-9ABE-5CB766B53F98}" destId="{47439C2D-07A3-44D3-8BE2-851017CC3A82}" srcOrd="9" destOrd="0" presId="urn:microsoft.com/office/officeart/2005/8/layout/pList1"/>
    <dgm:cxn modelId="{7953DBC6-BA2A-4592-AD05-77BE2878851A}" type="presParOf" srcId="{C18D2D24-67BA-415F-9ABE-5CB766B53F98}" destId="{9D348E6F-F720-490C-AFCF-E2CCD83274A7}" srcOrd="10" destOrd="0" presId="urn:microsoft.com/office/officeart/2005/8/layout/pList1"/>
    <dgm:cxn modelId="{46E2CCF2-5FE1-4C56-847F-96798506290D}" type="presParOf" srcId="{9D348E6F-F720-490C-AFCF-E2CCD83274A7}" destId="{13417F74-FB4F-49E2-BECC-4CD7683E57D2}" srcOrd="0" destOrd="0" presId="urn:microsoft.com/office/officeart/2005/8/layout/pList1"/>
    <dgm:cxn modelId="{26588722-9A6A-421C-9683-8E29E9A999F9}" type="presParOf" srcId="{9D348E6F-F720-490C-AFCF-E2CCD83274A7}" destId="{48A9B7C8-EC5E-4C33-837E-79A9581AA701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86E895-AA16-4389-A170-B7EFA45DD77F}" type="doc">
      <dgm:prSet loTypeId="urn:microsoft.com/office/officeart/2005/8/layout/hChevron3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9F9C53FB-4086-40DF-B814-2A22C3BF9348}">
      <dgm:prSet phldrT="[Texto]" custT="1"/>
      <dgm:spPr>
        <a:solidFill>
          <a:srgbClr val="00B050"/>
        </a:solidFill>
      </dgm:spPr>
      <dgm:t>
        <a:bodyPr/>
        <a:lstStyle/>
        <a:p>
          <a:r>
            <a:rPr lang="es-MX" sz="1200" b="1">
              <a:latin typeface="Arial" panose="020B0604020202020204" pitchFamily="34" charset="0"/>
              <a:cs typeface="Arial" panose="020B0604020202020204" pitchFamily="34" charset="0"/>
            </a:rPr>
            <a:t>Análisis de Requerimientos</a:t>
          </a:r>
        </a:p>
      </dgm:t>
    </dgm:pt>
    <dgm:pt modelId="{843DFA08-6278-4DC8-AA99-7B568A144FC4}" type="parTrans" cxnId="{14118E1B-5888-4291-B5CD-94BE5795E83D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FB2185-46F6-46C6-9A0E-7E7A4FE2734F}" type="sibTrans" cxnId="{14118E1B-5888-4291-B5CD-94BE5795E83D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67AB5F-3D0B-45B2-9BEB-195297DB88DE}">
      <dgm:prSet phldrT="[Texto]" custT="1"/>
      <dgm:spPr>
        <a:solidFill>
          <a:srgbClr val="00B050"/>
        </a:solidFill>
      </dgm:spPr>
      <dgm:t>
        <a:bodyPr/>
        <a:lstStyle/>
        <a:p>
          <a:r>
            <a:rPr lang="es-MX" sz="1200" b="1">
              <a:latin typeface="Arial" panose="020B0604020202020204" pitchFamily="34" charset="0"/>
              <a:cs typeface="Arial" panose="020B0604020202020204" pitchFamily="34" charset="0"/>
            </a:rPr>
            <a:t>Planificación y Diseño</a:t>
          </a:r>
        </a:p>
      </dgm:t>
    </dgm:pt>
    <dgm:pt modelId="{5D1EA063-814C-429B-9EB2-1AE7C713CEB3}" type="parTrans" cxnId="{FADCD12C-F9E9-4C12-8098-A5B93CDE93DB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4531C9-874B-4145-95E8-C7F040AAB9BC}" type="sibTrans" cxnId="{FADCD12C-F9E9-4C12-8098-A5B93CDE93DB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DD7623-A3B7-470C-B849-941CC1859FBB}">
      <dgm:prSet phldrT="[Texto]" custT="1"/>
      <dgm:spPr/>
      <dgm:t>
        <a:bodyPr/>
        <a:lstStyle/>
        <a:p>
          <a:r>
            <a:rPr lang="es-MX" sz="1200" b="1">
              <a:latin typeface="Arial" panose="020B0604020202020204" pitchFamily="34" charset="0"/>
              <a:cs typeface="Arial" panose="020B0604020202020204" pitchFamily="34" charset="0"/>
            </a:rPr>
            <a:t>Desarrollo</a:t>
          </a:r>
        </a:p>
      </dgm:t>
    </dgm:pt>
    <dgm:pt modelId="{6BA72147-3C7B-4E4E-B5CA-A1B151B406DF}" type="parTrans" cxnId="{EA6709C8-BA35-481C-9E36-B9B90D2D552F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DFA653-3DDC-47BF-B494-0A39DCCD25AF}" type="sibTrans" cxnId="{EA6709C8-BA35-481C-9E36-B9B90D2D552F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3BCDAB-95A3-4823-9116-6144ED200A46}">
      <dgm:prSet custT="1"/>
      <dgm:spPr/>
      <dgm:t>
        <a:bodyPr/>
        <a:lstStyle/>
        <a:p>
          <a:r>
            <a:rPr lang="es-MX" sz="1200" b="1">
              <a:latin typeface="Arial" panose="020B0604020202020204" pitchFamily="34" charset="0"/>
              <a:cs typeface="Arial" panose="020B0604020202020204" pitchFamily="34" charset="0"/>
            </a:rPr>
            <a:t>Pruebas</a:t>
          </a:r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EC4BB4-A4F8-4252-8305-6AF314A8B7A9}" type="parTrans" cxnId="{3FEFE534-E43C-4342-9399-AE27BBEFB873}">
      <dgm:prSet/>
      <dgm:spPr/>
      <dgm:t>
        <a:bodyPr/>
        <a:lstStyle/>
        <a:p>
          <a:endParaRPr lang="es-MX"/>
        </a:p>
      </dgm:t>
    </dgm:pt>
    <dgm:pt modelId="{7F241579-BE5B-49F2-8328-68830D9EDE46}" type="sibTrans" cxnId="{3FEFE534-E43C-4342-9399-AE27BBEFB873}">
      <dgm:prSet/>
      <dgm:spPr/>
      <dgm:t>
        <a:bodyPr/>
        <a:lstStyle/>
        <a:p>
          <a:endParaRPr lang="es-MX"/>
        </a:p>
      </dgm:t>
    </dgm:pt>
    <dgm:pt modelId="{34287642-F4E5-4016-8606-8F7EEF88C9A3}">
      <dgm:prSet custT="1"/>
      <dgm:spPr/>
      <dgm:t>
        <a:bodyPr/>
        <a:lstStyle/>
        <a:p>
          <a:r>
            <a:rPr lang="es-MX" sz="1100" b="1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s-MX" sz="1200" b="1">
              <a:latin typeface="Arial" panose="020B0604020202020204" pitchFamily="34" charset="0"/>
              <a:cs typeface="Arial" panose="020B0604020202020204" pitchFamily="34" charset="0"/>
            </a:rPr>
            <a:t>Implementación</a:t>
          </a:r>
          <a:endParaRPr lang="es-MX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12D353-7690-44D5-8F27-FE3D8A0286AA}" type="parTrans" cxnId="{9CCCBD9B-8ACE-461B-9D37-180474288E3B}">
      <dgm:prSet/>
      <dgm:spPr/>
      <dgm:t>
        <a:bodyPr/>
        <a:lstStyle/>
        <a:p>
          <a:endParaRPr lang="es-MX"/>
        </a:p>
      </dgm:t>
    </dgm:pt>
    <dgm:pt modelId="{27E5745A-14B6-4BDA-B2BE-02921D29BA2B}" type="sibTrans" cxnId="{9CCCBD9B-8ACE-461B-9D37-180474288E3B}">
      <dgm:prSet/>
      <dgm:spPr/>
      <dgm:t>
        <a:bodyPr/>
        <a:lstStyle/>
        <a:p>
          <a:endParaRPr lang="es-MX"/>
        </a:p>
      </dgm:t>
    </dgm:pt>
    <dgm:pt modelId="{0ABE35B3-56CD-49E8-BA5E-57B93E25A03A}">
      <dgm:prSet custT="1"/>
      <dgm:spPr/>
      <dgm:t>
        <a:bodyPr/>
        <a:lstStyle/>
        <a:p>
          <a:r>
            <a:rPr lang="es-MX" sz="1200" b="1">
              <a:latin typeface="Arial" panose="020B0604020202020204" pitchFamily="34" charset="0"/>
              <a:cs typeface="Arial" panose="020B0604020202020204" pitchFamily="34" charset="0"/>
            </a:rPr>
            <a:t>Mantenimiento y Soporte</a:t>
          </a:r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384FC4-3FD5-4F13-A9F9-BF1C2E8D2301}" type="parTrans" cxnId="{EDFFD7FF-5C0E-45CA-A545-85F2FE624D6A}">
      <dgm:prSet/>
      <dgm:spPr/>
      <dgm:t>
        <a:bodyPr/>
        <a:lstStyle/>
        <a:p>
          <a:endParaRPr lang="es-MX"/>
        </a:p>
      </dgm:t>
    </dgm:pt>
    <dgm:pt modelId="{1324FDBB-7D23-461E-A6AA-77370F8AB05D}" type="sibTrans" cxnId="{EDFFD7FF-5C0E-45CA-A545-85F2FE624D6A}">
      <dgm:prSet/>
      <dgm:spPr/>
      <dgm:t>
        <a:bodyPr/>
        <a:lstStyle/>
        <a:p>
          <a:endParaRPr lang="es-MX"/>
        </a:p>
      </dgm:t>
    </dgm:pt>
    <dgm:pt modelId="{16645716-9447-489A-9253-3C668DC0BFA9}" type="pres">
      <dgm:prSet presAssocID="{2A86E895-AA16-4389-A170-B7EFA45DD77F}" presName="Name0" presStyleCnt="0">
        <dgm:presLayoutVars>
          <dgm:dir/>
          <dgm:resizeHandles val="exact"/>
        </dgm:presLayoutVars>
      </dgm:prSet>
      <dgm:spPr/>
    </dgm:pt>
    <dgm:pt modelId="{5E8F0A85-78C4-44EA-BB8B-29C058305D18}" type="pres">
      <dgm:prSet presAssocID="{9F9C53FB-4086-40DF-B814-2A22C3BF9348}" presName="parTxOnly" presStyleLbl="node1" presStyleIdx="0" presStyleCnt="6">
        <dgm:presLayoutVars>
          <dgm:bulletEnabled val="1"/>
        </dgm:presLayoutVars>
      </dgm:prSet>
      <dgm:spPr/>
    </dgm:pt>
    <dgm:pt modelId="{68777CFC-2C07-47AA-8CA1-B87E8281F165}" type="pres">
      <dgm:prSet presAssocID="{DAFB2185-46F6-46C6-9A0E-7E7A4FE2734F}" presName="parSpace" presStyleCnt="0"/>
      <dgm:spPr/>
    </dgm:pt>
    <dgm:pt modelId="{1A910B56-00C3-456F-9B67-AEE85DF89BEF}" type="pres">
      <dgm:prSet presAssocID="{ED67AB5F-3D0B-45B2-9BEB-195297DB88DE}" presName="parTxOnly" presStyleLbl="node1" presStyleIdx="1" presStyleCnt="6">
        <dgm:presLayoutVars>
          <dgm:bulletEnabled val="1"/>
        </dgm:presLayoutVars>
      </dgm:prSet>
      <dgm:spPr/>
    </dgm:pt>
    <dgm:pt modelId="{261A8744-5A80-4F0B-BEB4-9033CAC50467}" type="pres">
      <dgm:prSet presAssocID="{634531C9-874B-4145-95E8-C7F040AAB9BC}" presName="parSpace" presStyleCnt="0"/>
      <dgm:spPr/>
    </dgm:pt>
    <dgm:pt modelId="{AF107700-5FD3-4AD0-8CCE-465139A8BB94}" type="pres">
      <dgm:prSet presAssocID="{6BDD7623-A3B7-470C-B849-941CC1859FBB}" presName="parTxOnly" presStyleLbl="node1" presStyleIdx="2" presStyleCnt="6" custLinFactNeighborY="-1008">
        <dgm:presLayoutVars>
          <dgm:bulletEnabled val="1"/>
        </dgm:presLayoutVars>
      </dgm:prSet>
      <dgm:spPr/>
    </dgm:pt>
    <dgm:pt modelId="{43795C59-4FE0-49DE-9D23-9CA5546E3FAB}" type="pres">
      <dgm:prSet presAssocID="{53DFA653-3DDC-47BF-B494-0A39DCCD25AF}" presName="parSpace" presStyleCnt="0"/>
      <dgm:spPr/>
    </dgm:pt>
    <dgm:pt modelId="{8D6142F9-BA5F-4CAD-9383-E36BEC77C5EC}" type="pres">
      <dgm:prSet presAssocID="{7A3BCDAB-95A3-4823-9116-6144ED200A46}" presName="parTxOnly" presStyleLbl="node1" presStyleIdx="3" presStyleCnt="6">
        <dgm:presLayoutVars>
          <dgm:bulletEnabled val="1"/>
        </dgm:presLayoutVars>
      </dgm:prSet>
      <dgm:spPr/>
    </dgm:pt>
    <dgm:pt modelId="{4424CE31-C161-42DC-B871-F29DE5B216A1}" type="pres">
      <dgm:prSet presAssocID="{7F241579-BE5B-49F2-8328-68830D9EDE46}" presName="parSpace" presStyleCnt="0"/>
      <dgm:spPr/>
    </dgm:pt>
    <dgm:pt modelId="{2C4E2632-8D32-4245-84E7-296B42CF8379}" type="pres">
      <dgm:prSet presAssocID="{34287642-F4E5-4016-8606-8F7EEF88C9A3}" presName="parTxOnly" presStyleLbl="node1" presStyleIdx="4" presStyleCnt="6">
        <dgm:presLayoutVars>
          <dgm:bulletEnabled val="1"/>
        </dgm:presLayoutVars>
      </dgm:prSet>
      <dgm:spPr/>
    </dgm:pt>
    <dgm:pt modelId="{2F47E316-EC1E-4030-A462-204DCE794F3C}" type="pres">
      <dgm:prSet presAssocID="{27E5745A-14B6-4BDA-B2BE-02921D29BA2B}" presName="parSpace" presStyleCnt="0"/>
      <dgm:spPr/>
    </dgm:pt>
    <dgm:pt modelId="{8E0A4277-DBDD-4138-9572-D864D3F99494}" type="pres">
      <dgm:prSet presAssocID="{0ABE35B3-56CD-49E8-BA5E-57B93E25A03A}" presName="parTxOnly" presStyleLbl="node1" presStyleIdx="5" presStyleCnt="6">
        <dgm:presLayoutVars>
          <dgm:bulletEnabled val="1"/>
        </dgm:presLayoutVars>
      </dgm:prSet>
      <dgm:spPr/>
    </dgm:pt>
  </dgm:ptLst>
  <dgm:cxnLst>
    <dgm:cxn modelId="{2F982F15-97C0-45FF-9530-DDFA7C64BD6E}" type="presOf" srcId="{9F9C53FB-4086-40DF-B814-2A22C3BF9348}" destId="{5E8F0A85-78C4-44EA-BB8B-29C058305D18}" srcOrd="0" destOrd="0" presId="urn:microsoft.com/office/officeart/2005/8/layout/hChevron3"/>
    <dgm:cxn modelId="{94A2B118-D8E4-49A6-BA88-C850C52C18A5}" type="presOf" srcId="{6BDD7623-A3B7-470C-B849-941CC1859FBB}" destId="{AF107700-5FD3-4AD0-8CCE-465139A8BB94}" srcOrd="0" destOrd="0" presId="urn:microsoft.com/office/officeart/2005/8/layout/hChevron3"/>
    <dgm:cxn modelId="{14118E1B-5888-4291-B5CD-94BE5795E83D}" srcId="{2A86E895-AA16-4389-A170-B7EFA45DD77F}" destId="{9F9C53FB-4086-40DF-B814-2A22C3BF9348}" srcOrd="0" destOrd="0" parTransId="{843DFA08-6278-4DC8-AA99-7B568A144FC4}" sibTransId="{DAFB2185-46F6-46C6-9A0E-7E7A4FE2734F}"/>
    <dgm:cxn modelId="{FADCD12C-F9E9-4C12-8098-A5B93CDE93DB}" srcId="{2A86E895-AA16-4389-A170-B7EFA45DD77F}" destId="{ED67AB5F-3D0B-45B2-9BEB-195297DB88DE}" srcOrd="1" destOrd="0" parTransId="{5D1EA063-814C-429B-9EB2-1AE7C713CEB3}" sibTransId="{634531C9-874B-4145-95E8-C7F040AAB9BC}"/>
    <dgm:cxn modelId="{3FEFE534-E43C-4342-9399-AE27BBEFB873}" srcId="{2A86E895-AA16-4389-A170-B7EFA45DD77F}" destId="{7A3BCDAB-95A3-4823-9116-6144ED200A46}" srcOrd="3" destOrd="0" parTransId="{D6EC4BB4-A4F8-4252-8305-6AF314A8B7A9}" sibTransId="{7F241579-BE5B-49F2-8328-68830D9EDE46}"/>
    <dgm:cxn modelId="{92375A62-A6FF-4BF2-9DB3-BD6EF8935CAD}" type="presOf" srcId="{34287642-F4E5-4016-8606-8F7EEF88C9A3}" destId="{2C4E2632-8D32-4245-84E7-296B42CF8379}" srcOrd="0" destOrd="0" presId="urn:microsoft.com/office/officeart/2005/8/layout/hChevron3"/>
    <dgm:cxn modelId="{1B9CD550-4DAC-4267-9669-1DE4EB39A242}" type="presOf" srcId="{ED67AB5F-3D0B-45B2-9BEB-195297DB88DE}" destId="{1A910B56-00C3-456F-9B67-AEE85DF89BEF}" srcOrd="0" destOrd="0" presId="urn:microsoft.com/office/officeart/2005/8/layout/hChevron3"/>
    <dgm:cxn modelId="{CECB4755-4388-4F75-B180-761C00897E99}" type="presOf" srcId="{7A3BCDAB-95A3-4823-9116-6144ED200A46}" destId="{8D6142F9-BA5F-4CAD-9383-E36BEC77C5EC}" srcOrd="0" destOrd="0" presId="urn:microsoft.com/office/officeart/2005/8/layout/hChevron3"/>
    <dgm:cxn modelId="{EAB33F85-73B1-4FCB-9AF9-29CD8BAAB344}" type="presOf" srcId="{2A86E895-AA16-4389-A170-B7EFA45DD77F}" destId="{16645716-9447-489A-9253-3C668DC0BFA9}" srcOrd="0" destOrd="0" presId="urn:microsoft.com/office/officeart/2005/8/layout/hChevron3"/>
    <dgm:cxn modelId="{9CCCBD9B-8ACE-461B-9D37-180474288E3B}" srcId="{2A86E895-AA16-4389-A170-B7EFA45DD77F}" destId="{34287642-F4E5-4016-8606-8F7EEF88C9A3}" srcOrd="4" destOrd="0" parTransId="{1A12D353-7690-44D5-8F27-FE3D8A0286AA}" sibTransId="{27E5745A-14B6-4BDA-B2BE-02921D29BA2B}"/>
    <dgm:cxn modelId="{B0D20CC5-7F10-480E-A0AD-3B7625B459A5}" type="presOf" srcId="{0ABE35B3-56CD-49E8-BA5E-57B93E25A03A}" destId="{8E0A4277-DBDD-4138-9572-D864D3F99494}" srcOrd="0" destOrd="0" presId="urn:microsoft.com/office/officeart/2005/8/layout/hChevron3"/>
    <dgm:cxn modelId="{EA6709C8-BA35-481C-9E36-B9B90D2D552F}" srcId="{2A86E895-AA16-4389-A170-B7EFA45DD77F}" destId="{6BDD7623-A3B7-470C-B849-941CC1859FBB}" srcOrd="2" destOrd="0" parTransId="{6BA72147-3C7B-4E4E-B5CA-A1B151B406DF}" sibTransId="{53DFA653-3DDC-47BF-B494-0A39DCCD25AF}"/>
    <dgm:cxn modelId="{EDFFD7FF-5C0E-45CA-A545-85F2FE624D6A}" srcId="{2A86E895-AA16-4389-A170-B7EFA45DD77F}" destId="{0ABE35B3-56CD-49E8-BA5E-57B93E25A03A}" srcOrd="5" destOrd="0" parTransId="{F5384FC4-3FD5-4F13-A9F9-BF1C2E8D2301}" sibTransId="{1324FDBB-7D23-461E-A6AA-77370F8AB05D}"/>
    <dgm:cxn modelId="{29C6752C-3D56-45EE-B5CC-726D18DB4C04}" type="presParOf" srcId="{16645716-9447-489A-9253-3C668DC0BFA9}" destId="{5E8F0A85-78C4-44EA-BB8B-29C058305D18}" srcOrd="0" destOrd="0" presId="urn:microsoft.com/office/officeart/2005/8/layout/hChevron3"/>
    <dgm:cxn modelId="{1CA3F70F-279B-40FB-9AEE-B6968D144B8D}" type="presParOf" srcId="{16645716-9447-489A-9253-3C668DC0BFA9}" destId="{68777CFC-2C07-47AA-8CA1-B87E8281F165}" srcOrd="1" destOrd="0" presId="urn:microsoft.com/office/officeart/2005/8/layout/hChevron3"/>
    <dgm:cxn modelId="{957A34FD-D072-4340-8E45-DA05EE069966}" type="presParOf" srcId="{16645716-9447-489A-9253-3C668DC0BFA9}" destId="{1A910B56-00C3-456F-9B67-AEE85DF89BEF}" srcOrd="2" destOrd="0" presId="urn:microsoft.com/office/officeart/2005/8/layout/hChevron3"/>
    <dgm:cxn modelId="{BECF7310-6645-4517-8E35-7CCD296F249B}" type="presParOf" srcId="{16645716-9447-489A-9253-3C668DC0BFA9}" destId="{261A8744-5A80-4F0B-BEB4-9033CAC50467}" srcOrd="3" destOrd="0" presId="urn:microsoft.com/office/officeart/2005/8/layout/hChevron3"/>
    <dgm:cxn modelId="{E9F0E26B-FB27-48AE-B67B-042CB8B6D9A7}" type="presParOf" srcId="{16645716-9447-489A-9253-3C668DC0BFA9}" destId="{AF107700-5FD3-4AD0-8CCE-465139A8BB94}" srcOrd="4" destOrd="0" presId="urn:microsoft.com/office/officeart/2005/8/layout/hChevron3"/>
    <dgm:cxn modelId="{24ED98CC-DA36-429D-896A-4FF926953ED2}" type="presParOf" srcId="{16645716-9447-489A-9253-3C668DC0BFA9}" destId="{43795C59-4FE0-49DE-9D23-9CA5546E3FAB}" srcOrd="5" destOrd="0" presId="urn:microsoft.com/office/officeart/2005/8/layout/hChevron3"/>
    <dgm:cxn modelId="{111D8403-EA9D-409E-968B-636C86D8CD4E}" type="presParOf" srcId="{16645716-9447-489A-9253-3C668DC0BFA9}" destId="{8D6142F9-BA5F-4CAD-9383-E36BEC77C5EC}" srcOrd="6" destOrd="0" presId="urn:microsoft.com/office/officeart/2005/8/layout/hChevron3"/>
    <dgm:cxn modelId="{08945546-6A9E-4B71-BF78-D2E4DB907D39}" type="presParOf" srcId="{16645716-9447-489A-9253-3C668DC0BFA9}" destId="{4424CE31-C161-42DC-B871-F29DE5B216A1}" srcOrd="7" destOrd="0" presId="urn:microsoft.com/office/officeart/2005/8/layout/hChevron3"/>
    <dgm:cxn modelId="{647E39BC-EBBE-4E2B-8265-B47EEDB11F1C}" type="presParOf" srcId="{16645716-9447-489A-9253-3C668DC0BFA9}" destId="{2C4E2632-8D32-4245-84E7-296B42CF8379}" srcOrd="8" destOrd="0" presId="urn:microsoft.com/office/officeart/2005/8/layout/hChevron3"/>
    <dgm:cxn modelId="{9A4B6A87-0957-4EB3-8AC5-D8EB2FC82B18}" type="presParOf" srcId="{16645716-9447-489A-9253-3C668DC0BFA9}" destId="{2F47E316-EC1E-4030-A462-204DCE794F3C}" srcOrd="9" destOrd="0" presId="urn:microsoft.com/office/officeart/2005/8/layout/hChevron3"/>
    <dgm:cxn modelId="{236FCDC7-9F82-4FB3-AB31-A47D9E60CE98}" type="presParOf" srcId="{16645716-9447-489A-9253-3C668DC0BFA9}" destId="{8E0A4277-DBDD-4138-9572-D864D3F99494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86E895-AA16-4389-A170-B7EFA45DD77F}" type="doc">
      <dgm:prSet loTypeId="urn:microsoft.com/office/officeart/2005/8/layout/hChevron3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9F9C53FB-4086-40DF-B814-2A22C3BF9348}">
      <dgm:prSet phldrT="[Texto]" custT="1"/>
      <dgm:spPr>
        <a:solidFill>
          <a:schemeClr val="tx2"/>
        </a:solidFill>
      </dgm:spPr>
      <dgm:t>
        <a:bodyPr/>
        <a:lstStyle/>
        <a:p>
          <a:r>
            <a:rPr lang="es-MX" sz="1200" b="1">
              <a:latin typeface="Arial" panose="020B0604020202020204" pitchFamily="34" charset="0"/>
              <a:cs typeface="Arial" panose="020B0604020202020204" pitchFamily="34" charset="0"/>
            </a:rPr>
            <a:t>Análisis de Requerimientos</a:t>
          </a:r>
        </a:p>
      </dgm:t>
    </dgm:pt>
    <dgm:pt modelId="{843DFA08-6278-4DC8-AA99-7B568A144FC4}" type="parTrans" cxnId="{14118E1B-5888-4291-B5CD-94BE5795E83D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FB2185-46F6-46C6-9A0E-7E7A4FE2734F}" type="sibTrans" cxnId="{14118E1B-5888-4291-B5CD-94BE5795E83D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67AB5F-3D0B-45B2-9BEB-195297DB88DE}">
      <dgm:prSet phldrT="[Texto]" custT="1"/>
      <dgm:spPr>
        <a:solidFill>
          <a:srgbClr val="FFC000"/>
        </a:solidFill>
      </dgm:spPr>
      <dgm:t>
        <a:bodyPr/>
        <a:lstStyle/>
        <a:p>
          <a:r>
            <a:rPr lang="es-MX" sz="1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Planificación y Diseño</a:t>
          </a:r>
        </a:p>
      </dgm:t>
    </dgm:pt>
    <dgm:pt modelId="{5D1EA063-814C-429B-9EB2-1AE7C713CEB3}" type="parTrans" cxnId="{FADCD12C-F9E9-4C12-8098-A5B93CDE93DB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4531C9-874B-4145-95E8-C7F040AAB9BC}" type="sibTrans" cxnId="{FADCD12C-F9E9-4C12-8098-A5B93CDE93DB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DD7623-A3B7-470C-B849-941CC1859FBB}">
      <dgm:prSet phldrT="[Texto]" custT="1"/>
      <dgm:spPr>
        <a:solidFill>
          <a:srgbClr val="0070C0"/>
        </a:solidFill>
      </dgm:spPr>
      <dgm:t>
        <a:bodyPr/>
        <a:lstStyle/>
        <a:p>
          <a:r>
            <a:rPr lang="es-MX" sz="1200" b="1">
              <a:latin typeface="Arial" panose="020B0604020202020204" pitchFamily="34" charset="0"/>
              <a:cs typeface="Arial" panose="020B0604020202020204" pitchFamily="34" charset="0"/>
            </a:rPr>
            <a:t>Desarrollo</a:t>
          </a:r>
        </a:p>
      </dgm:t>
    </dgm:pt>
    <dgm:pt modelId="{6BA72147-3C7B-4E4E-B5CA-A1B151B406DF}" type="parTrans" cxnId="{EA6709C8-BA35-481C-9E36-B9B90D2D552F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DFA653-3DDC-47BF-B494-0A39DCCD25AF}" type="sibTrans" cxnId="{EA6709C8-BA35-481C-9E36-B9B90D2D552F}">
      <dgm:prSet/>
      <dgm:spPr/>
      <dgm:t>
        <a:bodyPr/>
        <a:lstStyle/>
        <a:p>
          <a:endParaRPr lang="es-MX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3BCDAB-95A3-4823-9116-6144ED200A46}">
      <dgm:prSet custT="1"/>
      <dgm:spPr>
        <a:solidFill>
          <a:srgbClr val="006600"/>
        </a:solidFill>
      </dgm:spPr>
      <dgm:t>
        <a:bodyPr/>
        <a:lstStyle/>
        <a:p>
          <a:r>
            <a:rPr lang="es-MX" sz="1200" b="1">
              <a:latin typeface="Arial" panose="020B0604020202020204" pitchFamily="34" charset="0"/>
              <a:cs typeface="Arial" panose="020B0604020202020204" pitchFamily="34" charset="0"/>
            </a:rPr>
            <a:t>Pruebas</a:t>
          </a:r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EC4BB4-A4F8-4252-8305-6AF314A8B7A9}" type="parTrans" cxnId="{3FEFE534-E43C-4342-9399-AE27BBEFB873}">
      <dgm:prSet/>
      <dgm:spPr/>
      <dgm:t>
        <a:bodyPr/>
        <a:lstStyle/>
        <a:p>
          <a:endParaRPr lang="es-MX"/>
        </a:p>
      </dgm:t>
    </dgm:pt>
    <dgm:pt modelId="{7F241579-BE5B-49F2-8328-68830D9EDE46}" type="sibTrans" cxnId="{3FEFE534-E43C-4342-9399-AE27BBEFB873}">
      <dgm:prSet/>
      <dgm:spPr/>
      <dgm:t>
        <a:bodyPr/>
        <a:lstStyle/>
        <a:p>
          <a:endParaRPr lang="es-MX"/>
        </a:p>
      </dgm:t>
    </dgm:pt>
    <dgm:pt modelId="{34287642-F4E5-4016-8606-8F7EEF88C9A3}">
      <dgm:prSet custT="1"/>
      <dgm:spPr>
        <a:solidFill>
          <a:srgbClr val="CC3300"/>
        </a:solidFill>
      </dgm:spPr>
      <dgm:t>
        <a:bodyPr/>
        <a:lstStyle/>
        <a:p>
          <a:r>
            <a:rPr lang="es-MX" sz="1100" b="1">
              <a:latin typeface="Arial" panose="020B0604020202020204" pitchFamily="34" charset="0"/>
              <a:cs typeface="Arial" panose="020B0604020202020204" pitchFamily="34" charset="0"/>
            </a:rPr>
            <a:t> Implementación</a:t>
          </a:r>
          <a:endParaRPr lang="es-MX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12D353-7690-44D5-8F27-FE3D8A0286AA}" type="parTrans" cxnId="{9CCCBD9B-8ACE-461B-9D37-180474288E3B}">
      <dgm:prSet/>
      <dgm:spPr/>
      <dgm:t>
        <a:bodyPr/>
        <a:lstStyle/>
        <a:p>
          <a:endParaRPr lang="es-MX"/>
        </a:p>
      </dgm:t>
    </dgm:pt>
    <dgm:pt modelId="{27E5745A-14B6-4BDA-B2BE-02921D29BA2B}" type="sibTrans" cxnId="{9CCCBD9B-8ACE-461B-9D37-180474288E3B}">
      <dgm:prSet/>
      <dgm:spPr/>
      <dgm:t>
        <a:bodyPr/>
        <a:lstStyle/>
        <a:p>
          <a:endParaRPr lang="es-MX"/>
        </a:p>
      </dgm:t>
    </dgm:pt>
    <dgm:pt modelId="{0ABE35B3-56CD-49E8-BA5E-57B93E25A03A}">
      <dgm:prSet custT="1"/>
      <dgm:spPr>
        <a:solidFill>
          <a:srgbClr val="0066FF"/>
        </a:solidFill>
      </dgm:spPr>
      <dgm:t>
        <a:bodyPr/>
        <a:lstStyle/>
        <a:p>
          <a:r>
            <a:rPr lang="es-MX" sz="1200" b="1"/>
            <a:t>Mantenimiento y Soporte</a:t>
          </a:r>
          <a:endParaRPr lang="es-MX" sz="1200"/>
        </a:p>
      </dgm:t>
    </dgm:pt>
    <dgm:pt modelId="{F5384FC4-3FD5-4F13-A9F9-BF1C2E8D2301}" type="parTrans" cxnId="{EDFFD7FF-5C0E-45CA-A545-85F2FE624D6A}">
      <dgm:prSet/>
      <dgm:spPr/>
      <dgm:t>
        <a:bodyPr/>
        <a:lstStyle/>
        <a:p>
          <a:endParaRPr lang="es-MX"/>
        </a:p>
      </dgm:t>
    </dgm:pt>
    <dgm:pt modelId="{1324FDBB-7D23-461E-A6AA-77370F8AB05D}" type="sibTrans" cxnId="{EDFFD7FF-5C0E-45CA-A545-85F2FE624D6A}">
      <dgm:prSet/>
      <dgm:spPr/>
      <dgm:t>
        <a:bodyPr/>
        <a:lstStyle/>
        <a:p>
          <a:endParaRPr lang="es-MX"/>
        </a:p>
      </dgm:t>
    </dgm:pt>
    <dgm:pt modelId="{16645716-9447-489A-9253-3C668DC0BFA9}" type="pres">
      <dgm:prSet presAssocID="{2A86E895-AA16-4389-A170-B7EFA45DD77F}" presName="Name0" presStyleCnt="0">
        <dgm:presLayoutVars>
          <dgm:dir/>
          <dgm:resizeHandles val="exact"/>
        </dgm:presLayoutVars>
      </dgm:prSet>
      <dgm:spPr/>
    </dgm:pt>
    <dgm:pt modelId="{5E8F0A85-78C4-44EA-BB8B-29C058305D18}" type="pres">
      <dgm:prSet presAssocID="{9F9C53FB-4086-40DF-B814-2A22C3BF9348}" presName="parTxOnly" presStyleLbl="node1" presStyleIdx="0" presStyleCnt="6">
        <dgm:presLayoutVars>
          <dgm:bulletEnabled val="1"/>
        </dgm:presLayoutVars>
      </dgm:prSet>
      <dgm:spPr/>
    </dgm:pt>
    <dgm:pt modelId="{68777CFC-2C07-47AA-8CA1-B87E8281F165}" type="pres">
      <dgm:prSet presAssocID="{DAFB2185-46F6-46C6-9A0E-7E7A4FE2734F}" presName="parSpace" presStyleCnt="0"/>
      <dgm:spPr/>
    </dgm:pt>
    <dgm:pt modelId="{1A910B56-00C3-456F-9B67-AEE85DF89BEF}" type="pres">
      <dgm:prSet presAssocID="{ED67AB5F-3D0B-45B2-9BEB-195297DB88DE}" presName="parTxOnly" presStyleLbl="node1" presStyleIdx="1" presStyleCnt="6">
        <dgm:presLayoutVars>
          <dgm:bulletEnabled val="1"/>
        </dgm:presLayoutVars>
      </dgm:prSet>
      <dgm:spPr/>
    </dgm:pt>
    <dgm:pt modelId="{261A8744-5A80-4F0B-BEB4-9033CAC50467}" type="pres">
      <dgm:prSet presAssocID="{634531C9-874B-4145-95E8-C7F040AAB9BC}" presName="parSpace" presStyleCnt="0"/>
      <dgm:spPr/>
    </dgm:pt>
    <dgm:pt modelId="{AF107700-5FD3-4AD0-8CCE-465139A8BB94}" type="pres">
      <dgm:prSet presAssocID="{6BDD7623-A3B7-470C-B849-941CC1859FBB}" presName="parTxOnly" presStyleLbl="node1" presStyleIdx="2" presStyleCnt="6" custLinFactNeighborY="-1008">
        <dgm:presLayoutVars>
          <dgm:bulletEnabled val="1"/>
        </dgm:presLayoutVars>
      </dgm:prSet>
      <dgm:spPr/>
    </dgm:pt>
    <dgm:pt modelId="{43795C59-4FE0-49DE-9D23-9CA5546E3FAB}" type="pres">
      <dgm:prSet presAssocID="{53DFA653-3DDC-47BF-B494-0A39DCCD25AF}" presName="parSpace" presStyleCnt="0"/>
      <dgm:spPr/>
    </dgm:pt>
    <dgm:pt modelId="{8D6142F9-BA5F-4CAD-9383-E36BEC77C5EC}" type="pres">
      <dgm:prSet presAssocID="{7A3BCDAB-95A3-4823-9116-6144ED200A46}" presName="parTxOnly" presStyleLbl="node1" presStyleIdx="3" presStyleCnt="6">
        <dgm:presLayoutVars>
          <dgm:bulletEnabled val="1"/>
        </dgm:presLayoutVars>
      </dgm:prSet>
      <dgm:spPr/>
    </dgm:pt>
    <dgm:pt modelId="{4424CE31-C161-42DC-B871-F29DE5B216A1}" type="pres">
      <dgm:prSet presAssocID="{7F241579-BE5B-49F2-8328-68830D9EDE46}" presName="parSpace" presStyleCnt="0"/>
      <dgm:spPr/>
    </dgm:pt>
    <dgm:pt modelId="{2C4E2632-8D32-4245-84E7-296B42CF8379}" type="pres">
      <dgm:prSet presAssocID="{34287642-F4E5-4016-8606-8F7EEF88C9A3}" presName="parTxOnly" presStyleLbl="node1" presStyleIdx="4" presStyleCnt="6">
        <dgm:presLayoutVars>
          <dgm:bulletEnabled val="1"/>
        </dgm:presLayoutVars>
      </dgm:prSet>
      <dgm:spPr/>
    </dgm:pt>
    <dgm:pt modelId="{2F47E316-EC1E-4030-A462-204DCE794F3C}" type="pres">
      <dgm:prSet presAssocID="{27E5745A-14B6-4BDA-B2BE-02921D29BA2B}" presName="parSpace" presStyleCnt="0"/>
      <dgm:spPr/>
    </dgm:pt>
    <dgm:pt modelId="{8E0A4277-DBDD-4138-9572-D864D3F99494}" type="pres">
      <dgm:prSet presAssocID="{0ABE35B3-56CD-49E8-BA5E-57B93E25A03A}" presName="parTxOnly" presStyleLbl="node1" presStyleIdx="5" presStyleCnt="6">
        <dgm:presLayoutVars>
          <dgm:bulletEnabled val="1"/>
        </dgm:presLayoutVars>
      </dgm:prSet>
      <dgm:spPr/>
    </dgm:pt>
  </dgm:ptLst>
  <dgm:cxnLst>
    <dgm:cxn modelId="{2F982F15-97C0-45FF-9530-DDFA7C64BD6E}" type="presOf" srcId="{9F9C53FB-4086-40DF-B814-2A22C3BF9348}" destId="{5E8F0A85-78C4-44EA-BB8B-29C058305D18}" srcOrd="0" destOrd="0" presId="urn:microsoft.com/office/officeart/2005/8/layout/hChevron3"/>
    <dgm:cxn modelId="{94A2B118-D8E4-49A6-BA88-C850C52C18A5}" type="presOf" srcId="{6BDD7623-A3B7-470C-B849-941CC1859FBB}" destId="{AF107700-5FD3-4AD0-8CCE-465139A8BB94}" srcOrd="0" destOrd="0" presId="urn:microsoft.com/office/officeart/2005/8/layout/hChevron3"/>
    <dgm:cxn modelId="{14118E1B-5888-4291-B5CD-94BE5795E83D}" srcId="{2A86E895-AA16-4389-A170-B7EFA45DD77F}" destId="{9F9C53FB-4086-40DF-B814-2A22C3BF9348}" srcOrd="0" destOrd="0" parTransId="{843DFA08-6278-4DC8-AA99-7B568A144FC4}" sibTransId="{DAFB2185-46F6-46C6-9A0E-7E7A4FE2734F}"/>
    <dgm:cxn modelId="{FADCD12C-F9E9-4C12-8098-A5B93CDE93DB}" srcId="{2A86E895-AA16-4389-A170-B7EFA45DD77F}" destId="{ED67AB5F-3D0B-45B2-9BEB-195297DB88DE}" srcOrd="1" destOrd="0" parTransId="{5D1EA063-814C-429B-9EB2-1AE7C713CEB3}" sibTransId="{634531C9-874B-4145-95E8-C7F040AAB9BC}"/>
    <dgm:cxn modelId="{3FEFE534-E43C-4342-9399-AE27BBEFB873}" srcId="{2A86E895-AA16-4389-A170-B7EFA45DD77F}" destId="{7A3BCDAB-95A3-4823-9116-6144ED200A46}" srcOrd="3" destOrd="0" parTransId="{D6EC4BB4-A4F8-4252-8305-6AF314A8B7A9}" sibTransId="{7F241579-BE5B-49F2-8328-68830D9EDE46}"/>
    <dgm:cxn modelId="{92375A62-A6FF-4BF2-9DB3-BD6EF8935CAD}" type="presOf" srcId="{34287642-F4E5-4016-8606-8F7EEF88C9A3}" destId="{2C4E2632-8D32-4245-84E7-296B42CF8379}" srcOrd="0" destOrd="0" presId="urn:microsoft.com/office/officeart/2005/8/layout/hChevron3"/>
    <dgm:cxn modelId="{1B9CD550-4DAC-4267-9669-1DE4EB39A242}" type="presOf" srcId="{ED67AB5F-3D0B-45B2-9BEB-195297DB88DE}" destId="{1A910B56-00C3-456F-9B67-AEE85DF89BEF}" srcOrd="0" destOrd="0" presId="urn:microsoft.com/office/officeart/2005/8/layout/hChevron3"/>
    <dgm:cxn modelId="{CECB4755-4388-4F75-B180-761C00897E99}" type="presOf" srcId="{7A3BCDAB-95A3-4823-9116-6144ED200A46}" destId="{8D6142F9-BA5F-4CAD-9383-E36BEC77C5EC}" srcOrd="0" destOrd="0" presId="urn:microsoft.com/office/officeart/2005/8/layout/hChevron3"/>
    <dgm:cxn modelId="{EAB33F85-73B1-4FCB-9AF9-29CD8BAAB344}" type="presOf" srcId="{2A86E895-AA16-4389-A170-B7EFA45DD77F}" destId="{16645716-9447-489A-9253-3C668DC0BFA9}" srcOrd="0" destOrd="0" presId="urn:microsoft.com/office/officeart/2005/8/layout/hChevron3"/>
    <dgm:cxn modelId="{9CCCBD9B-8ACE-461B-9D37-180474288E3B}" srcId="{2A86E895-AA16-4389-A170-B7EFA45DD77F}" destId="{34287642-F4E5-4016-8606-8F7EEF88C9A3}" srcOrd="4" destOrd="0" parTransId="{1A12D353-7690-44D5-8F27-FE3D8A0286AA}" sibTransId="{27E5745A-14B6-4BDA-B2BE-02921D29BA2B}"/>
    <dgm:cxn modelId="{B0D20CC5-7F10-480E-A0AD-3B7625B459A5}" type="presOf" srcId="{0ABE35B3-56CD-49E8-BA5E-57B93E25A03A}" destId="{8E0A4277-DBDD-4138-9572-D864D3F99494}" srcOrd="0" destOrd="0" presId="urn:microsoft.com/office/officeart/2005/8/layout/hChevron3"/>
    <dgm:cxn modelId="{EA6709C8-BA35-481C-9E36-B9B90D2D552F}" srcId="{2A86E895-AA16-4389-A170-B7EFA45DD77F}" destId="{6BDD7623-A3B7-470C-B849-941CC1859FBB}" srcOrd="2" destOrd="0" parTransId="{6BA72147-3C7B-4E4E-B5CA-A1B151B406DF}" sibTransId="{53DFA653-3DDC-47BF-B494-0A39DCCD25AF}"/>
    <dgm:cxn modelId="{EDFFD7FF-5C0E-45CA-A545-85F2FE624D6A}" srcId="{2A86E895-AA16-4389-A170-B7EFA45DD77F}" destId="{0ABE35B3-56CD-49E8-BA5E-57B93E25A03A}" srcOrd="5" destOrd="0" parTransId="{F5384FC4-3FD5-4F13-A9F9-BF1C2E8D2301}" sibTransId="{1324FDBB-7D23-461E-A6AA-77370F8AB05D}"/>
    <dgm:cxn modelId="{29C6752C-3D56-45EE-B5CC-726D18DB4C04}" type="presParOf" srcId="{16645716-9447-489A-9253-3C668DC0BFA9}" destId="{5E8F0A85-78C4-44EA-BB8B-29C058305D18}" srcOrd="0" destOrd="0" presId="urn:microsoft.com/office/officeart/2005/8/layout/hChevron3"/>
    <dgm:cxn modelId="{1CA3F70F-279B-40FB-9AEE-B6968D144B8D}" type="presParOf" srcId="{16645716-9447-489A-9253-3C668DC0BFA9}" destId="{68777CFC-2C07-47AA-8CA1-B87E8281F165}" srcOrd="1" destOrd="0" presId="urn:microsoft.com/office/officeart/2005/8/layout/hChevron3"/>
    <dgm:cxn modelId="{957A34FD-D072-4340-8E45-DA05EE069966}" type="presParOf" srcId="{16645716-9447-489A-9253-3C668DC0BFA9}" destId="{1A910B56-00C3-456F-9B67-AEE85DF89BEF}" srcOrd="2" destOrd="0" presId="urn:microsoft.com/office/officeart/2005/8/layout/hChevron3"/>
    <dgm:cxn modelId="{BECF7310-6645-4517-8E35-7CCD296F249B}" type="presParOf" srcId="{16645716-9447-489A-9253-3C668DC0BFA9}" destId="{261A8744-5A80-4F0B-BEB4-9033CAC50467}" srcOrd="3" destOrd="0" presId="urn:microsoft.com/office/officeart/2005/8/layout/hChevron3"/>
    <dgm:cxn modelId="{E9F0E26B-FB27-48AE-B67B-042CB8B6D9A7}" type="presParOf" srcId="{16645716-9447-489A-9253-3C668DC0BFA9}" destId="{AF107700-5FD3-4AD0-8CCE-465139A8BB94}" srcOrd="4" destOrd="0" presId="urn:microsoft.com/office/officeart/2005/8/layout/hChevron3"/>
    <dgm:cxn modelId="{24ED98CC-DA36-429D-896A-4FF926953ED2}" type="presParOf" srcId="{16645716-9447-489A-9253-3C668DC0BFA9}" destId="{43795C59-4FE0-49DE-9D23-9CA5546E3FAB}" srcOrd="5" destOrd="0" presId="urn:microsoft.com/office/officeart/2005/8/layout/hChevron3"/>
    <dgm:cxn modelId="{111D8403-EA9D-409E-968B-636C86D8CD4E}" type="presParOf" srcId="{16645716-9447-489A-9253-3C668DC0BFA9}" destId="{8D6142F9-BA5F-4CAD-9383-E36BEC77C5EC}" srcOrd="6" destOrd="0" presId="urn:microsoft.com/office/officeart/2005/8/layout/hChevron3"/>
    <dgm:cxn modelId="{08945546-6A9E-4B71-BF78-D2E4DB907D39}" type="presParOf" srcId="{16645716-9447-489A-9253-3C668DC0BFA9}" destId="{4424CE31-C161-42DC-B871-F29DE5B216A1}" srcOrd="7" destOrd="0" presId="urn:microsoft.com/office/officeart/2005/8/layout/hChevron3"/>
    <dgm:cxn modelId="{647E39BC-EBBE-4E2B-8265-B47EEDB11F1C}" type="presParOf" srcId="{16645716-9447-489A-9253-3C668DC0BFA9}" destId="{2C4E2632-8D32-4245-84E7-296B42CF8379}" srcOrd="8" destOrd="0" presId="urn:microsoft.com/office/officeart/2005/8/layout/hChevron3"/>
    <dgm:cxn modelId="{9A4B6A87-0957-4EB3-8AC5-D8EB2FC82B18}" type="presParOf" srcId="{16645716-9447-489A-9253-3C668DC0BFA9}" destId="{2F47E316-EC1E-4030-A462-204DCE794F3C}" srcOrd="9" destOrd="0" presId="urn:microsoft.com/office/officeart/2005/8/layout/hChevron3"/>
    <dgm:cxn modelId="{236FCDC7-9F82-4FB3-AB31-A47D9E60CE98}" type="presParOf" srcId="{16645716-9447-489A-9253-3C668DC0BFA9}" destId="{8E0A4277-DBDD-4138-9572-D864D3F99494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FD4E3F-3A86-4F11-8238-74248E8DB350}">
      <dsp:nvSpPr>
        <dsp:cNvPr id="0" name=""/>
        <dsp:cNvSpPr/>
      </dsp:nvSpPr>
      <dsp:spPr>
        <a:xfrm>
          <a:off x="2945" y="2355043"/>
          <a:ext cx="2872092" cy="109477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>
              <a:latin typeface="Calibri"/>
            </a:rPr>
            <a:t>Actualización documental y normativo.</a:t>
          </a:r>
          <a:endParaRPr lang="es-ES" sz="1400" b="1" kern="1200"/>
        </a:p>
      </dsp:txBody>
      <dsp:txXfrm>
        <a:off x="2945" y="2355043"/>
        <a:ext cx="2872092" cy="1094771"/>
      </dsp:txXfrm>
    </dsp:sp>
    <dsp:sp modelId="{CC0A37B2-E323-44B8-ACAD-CB0F11272ED9}">
      <dsp:nvSpPr>
        <dsp:cNvPr id="0" name=""/>
        <dsp:cNvSpPr/>
      </dsp:nvSpPr>
      <dsp:spPr>
        <a:xfrm>
          <a:off x="2945" y="3449815"/>
          <a:ext cx="2872092" cy="61487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283DC-EDBD-4017-85C8-85BB633EFE46}">
      <dsp:nvSpPr>
        <dsp:cNvPr id="0" name=""/>
        <dsp:cNvSpPr/>
      </dsp:nvSpPr>
      <dsp:spPr>
        <a:xfrm>
          <a:off x="3277131" y="2355043"/>
          <a:ext cx="2872092" cy="109477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>
              <a:latin typeface="Calibri"/>
            </a:rPr>
            <a:t>Actualización documental y normativa + documentación de requerimientos para adaptación </a:t>
          </a:r>
          <a:endParaRPr lang="es-ES" sz="1400" b="1" kern="1200"/>
        </a:p>
      </dsp:txBody>
      <dsp:txXfrm>
        <a:off x="3277131" y="2355043"/>
        <a:ext cx="2872092" cy="1094771"/>
      </dsp:txXfrm>
    </dsp:sp>
    <dsp:sp modelId="{AF76B384-C1B5-4117-9F4F-038C8F8BA1B3}">
      <dsp:nvSpPr>
        <dsp:cNvPr id="0" name=""/>
        <dsp:cNvSpPr/>
      </dsp:nvSpPr>
      <dsp:spPr>
        <a:xfrm>
          <a:off x="3277131" y="3449815"/>
          <a:ext cx="2872092" cy="61487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8D3C6B-E3AF-45DF-A9E3-964198386746}">
      <dsp:nvSpPr>
        <dsp:cNvPr id="0" name=""/>
        <dsp:cNvSpPr/>
      </dsp:nvSpPr>
      <dsp:spPr>
        <a:xfrm>
          <a:off x="6551317" y="2355043"/>
          <a:ext cx="2872092" cy="109477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>
              <a:latin typeface="Calibri"/>
            </a:rPr>
            <a:t>Actualización documental y normativa + requerimientos para el desarrollo de la base operativa del ERP hecho en casa y  a la medida.</a:t>
          </a:r>
          <a:r>
            <a:rPr lang="es-ES" sz="1400" kern="1200">
              <a:latin typeface="Calibri"/>
            </a:rPr>
            <a:t> </a:t>
          </a:r>
          <a:endParaRPr lang="es-ES" sz="1400" kern="1200"/>
        </a:p>
      </dsp:txBody>
      <dsp:txXfrm>
        <a:off x="6551317" y="2355043"/>
        <a:ext cx="2872092" cy="1094771"/>
      </dsp:txXfrm>
    </dsp:sp>
    <dsp:sp modelId="{EB189643-3282-4E61-BAAA-73B244DDE616}">
      <dsp:nvSpPr>
        <dsp:cNvPr id="0" name=""/>
        <dsp:cNvSpPr/>
      </dsp:nvSpPr>
      <dsp:spPr>
        <a:xfrm>
          <a:off x="6551317" y="3449815"/>
          <a:ext cx="2872092" cy="61487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C5B60D-87CF-429B-A576-582BC9C12145}">
      <dsp:nvSpPr>
        <dsp:cNvPr id="0" name=""/>
        <dsp:cNvSpPr/>
      </dsp:nvSpPr>
      <dsp:spPr>
        <a:xfrm>
          <a:off x="1015449" y="845"/>
          <a:ext cx="2609450" cy="1797911"/>
        </a:xfrm>
        <a:prstGeom prst="round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t="-4000" b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472D9-AC2D-45C0-B9B2-2CA5FDA07ED9}">
      <dsp:nvSpPr>
        <dsp:cNvPr id="0" name=""/>
        <dsp:cNvSpPr/>
      </dsp:nvSpPr>
      <dsp:spPr>
        <a:xfrm>
          <a:off x="1015449" y="1798756"/>
          <a:ext cx="2609450" cy="968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>
              <a:latin typeface="Calibri"/>
            </a:rPr>
            <a:t>1.Iniciativas de actualización de normativas por parte del líder del proceso, promoviendo la mejora continua alineado al OE7 del PEI</a:t>
          </a:r>
          <a:endParaRPr lang="es-MX" sz="1200" kern="1200"/>
        </a:p>
      </dsp:txBody>
      <dsp:txXfrm>
        <a:off x="1015449" y="1798756"/>
        <a:ext cx="2609450" cy="968106"/>
      </dsp:txXfrm>
    </dsp:sp>
    <dsp:sp modelId="{9E685A2E-D291-4536-8E97-DEDF34DF96B3}">
      <dsp:nvSpPr>
        <dsp:cNvPr id="0" name=""/>
        <dsp:cNvSpPr/>
      </dsp:nvSpPr>
      <dsp:spPr>
        <a:xfrm>
          <a:off x="3885955" y="845"/>
          <a:ext cx="2609450" cy="1797911"/>
        </a:xfrm>
        <a:prstGeom prst="round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2000" r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64522-EB28-4A73-AFD5-433E9F103840}">
      <dsp:nvSpPr>
        <dsp:cNvPr id="0" name=""/>
        <dsp:cNvSpPr/>
      </dsp:nvSpPr>
      <dsp:spPr>
        <a:xfrm>
          <a:off x="3885955" y="1798756"/>
          <a:ext cx="2609450" cy="968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>
              <a:latin typeface="Calibri"/>
            </a:rPr>
            <a:t>2.Sistema</a:t>
          </a:r>
          <a:r>
            <a:rPr lang="es-MX" sz="1200" kern="1200"/>
            <a:t> de información ERP-Universitario reciba insumos para desarrollo de programación</a:t>
          </a:r>
          <a:r>
            <a:rPr lang="es-MX" sz="1200" kern="1200">
              <a:latin typeface="Calibri"/>
            </a:rPr>
            <a:t> alineado al OE 7 del PEI.</a:t>
          </a:r>
          <a:endParaRPr lang="es-SV" sz="1200" kern="1200"/>
        </a:p>
      </dsp:txBody>
      <dsp:txXfrm>
        <a:off x="3885955" y="1798756"/>
        <a:ext cx="2609450" cy="968106"/>
      </dsp:txXfrm>
    </dsp:sp>
    <dsp:sp modelId="{A7A5E039-524A-467F-A231-D1D57ACFD690}">
      <dsp:nvSpPr>
        <dsp:cNvPr id="0" name=""/>
        <dsp:cNvSpPr/>
      </dsp:nvSpPr>
      <dsp:spPr>
        <a:xfrm>
          <a:off x="6756460" y="845"/>
          <a:ext cx="2609450" cy="1797911"/>
        </a:xfrm>
        <a:prstGeom prst="round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l="-2000" r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E92B6E-DFCF-47C3-8563-AC7F3C301357}">
      <dsp:nvSpPr>
        <dsp:cNvPr id="0" name=""/>
        <dsp:cNvSpPr/>
      </dsp:nvSpPr>
      <dsp:spPr>
        <a:xfrm>
          <a:off x="6756460" y="1798756"/>
          <a:ext cx="2609450" cy="968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>
              <a:latin typeface="Calibri"/>
            </a:rPr>
            <a:t>3.Promover</a:t>
          </a:r>
          <a:r>
            <a:rPr lang="es-MX" sz="1200" kern="1200"/>
            <a:t> la cultura de trabajo en equipo</a:t>
          </a:r>
          <a:r>
            <a:rPr lang="es-MX" sz="1200" kern="1200">
              <a:latin typeface="Calibri"/>
            </a:rPr>
            <a:t>, la gestión por procesos, la gobernanza  y la innovación así, como la experiencia del usuario en sintonía con el OE8 del PEI. </a:t>
          </a:r>
          <a:endParaRPr lang="es-SV" sz="1200" kern="1200"/>
        </a:p>
      </dsp:txBody>
      <dsp:txXfrm>
        <a:off x="6756460" y="1798756"/>
        <a:ext cx="2609450" cy="968106"/>
      </dsp:txXfrm>
    </dsp:sp>
    <dsp:sp modelId="{1DCA014C-8BB4-4F12-9122-7898C0FC1F28}">
      <dsp:nvSpPr>
        <dsp:cNvPr id="0" name=""/>
        <dsp:cNvSpPr/>
      </dsp:nvSpPr>
      <dsp:spPr>
        <a:xfrm>
          <a:off x="1015449" y="3027808"/>
          <a:ext cx="2609450" cy="1797911"/>
        </a:xfrm>
        <a:prstGeom prst="roundRect">
          <a:avLst/>
        </a:prstGeom>
        <a:blipFill>
          <a:blip xmlns:r="http://schemas.openxmlformats.org/officeDocument/2006/relationships" r:embed="rId7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AF814A-D6E1-48A3-B8CA-44A6CA3FAB15}">
      <dsp:nvSpPr>
        <dsp:cNvPr id="0" name=""/>
        <dsp:cNvSpPr/>
      </dsp:nvSpPr>
      <dsp:spPr>
        <a:xfrm>
          <a:off x="1015449" y="4825719"/>
          <a:ext cx="2609450" cy="968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>
              <a:latin typeface="Calibri"/>
            </a:rPr>
            <a:t>4.Gestión del conocimiento. OE7 y OE8 del PEI.</a:t>
          </a:r>
        </a:p>
      </dsp:txBody>
      <dsp:txXfrm>
        <a:off x="1015449" y="4825719"/>
        <a:ext cx="2609450" cy="968106"/>
      </dsp:txXfrm>
    </dsp:sp>
    <dsp:sp modelId="{6DC380DC-10E5-47A0-8429-9ECC0E728F11}">
      <dsp:nvSpPr>
        <dsp:cNvPr id="0" name=""/>
        <dsp:cNvSpPr/>
      </dsp:nvSpPr>
      <dsp:spPr>
        <a:xfrm>
          <a:off x="3885955" y="3027808"/>
          <a:ext cx="2609450" cy="1797911"/>
        </a:xfrm>
        <a:prstGeom prst="roundRect">
          <a:avLst/>
        </a:prstGeom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679C7-B2FF-402F-BEBC-AAFD30077DDF}">
      <dsp:nvSpPr>
        <dsp:cNvPr id="0" name=""/>
        <dsp:cNvSpPr/>
      </dsp:nvSpPr>
      <dsp:spPr>
        <a:xfrm>
          <a:off x="3885955" y="4825719"/>
          <a:ext cx="2609450" cy="968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>
              <a:latin typeface="Calibri"/>
            </a:rPr>
            <a:t>5.Conexión del flujo de valor por procesos entre funciones. OE7 del PEI.</a:t>
          </a:r>
        </a:p>
      </dsp:txBody>
      <dsp:txXfrm>
        <a:off x="3885955" y="4825719"/>
        <a:ext cx="2609450" cy="968106"/>
      </dsp:txXfrm>
    </dsp:sp>
    <dsp:sp modelId="{13417F74-FB4F-49E2-BECC-4CD7683E57D2}">
      <dsp:nvSpPr>
        <dsp:cNvPr id="0" name=""/>
        <dsp:cNvSpPr/>
      </dsp:nvSpPr>
      <dsp:spPr>
        <a:xfrm>
          <a:off x="6756460" y="3027808"/>
          <a:ext cx="2609450" cy="1797911"/>
        </a:xfrm>
        <a:prstGeom prst="round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A9B7C8-EC5E-4C33-837E-79A9581AA701}">
      <dsp:nvSpPr>
        <dsp:cNvPr id="0" name=""/>
        <dsp:cNvSpPr/>
      </dsp:nvSpPr>
      <dsp:spPr>
        <a:xfrm>
          <a:off x="6756460" y="4825719"/>
          <a:ext cx="2609450" cy="968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>
              <a:latin typeface="Calibri"/>
            </a:rPr>
            <a:t>6.Contribución a la ruta de transformación digital. OE8 del PEI.</a:t>
          </a:r>
        </a:p>
      </dsp:txBody>
      <dsp:txXfrm>
        <a:off x="6756460" y="4825719"/>
        <a:ext cx="2609450" cy="9681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F0A85-78C4-44EA-BB8B-29C058305D18}">
      <dsp:nvSpPr>
        <dsp:cNvPr id="0" name=""/>
        <dsp:cNvSpPr/>
      </dsp:nvSpPr>
      <dsp:spPr>
        <a:xfrm>
          <a:off x="1280" y="208639"/>
          <a:ext cx="2097698" cy="839079"/>
        </a:xfrm>
        <a:prstGeom prst="homePlate">
          <a:avLst/>
        </a:prstGeom>
        <a:solidFill>
          <a:srgbClr val="00B0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>
              <a:latin typeface="Arial" panose="020B0604020202020204" pitchFamily="34" charset="0"/>
              <a:cs typeface="Arial" panose="020B0604020202020204" pitchFamily="34" charset="0"/>
            </a:rPr>
            <a:t>Análisis de Requerimientos</a:t>
          </a:r>
        </a:p>
      </dsp:txBody>
      <dsp:txXfrm>
        <a:off x="1280" y="208639"/>
        <a:ext cx="1887928" cy="839079"/>
      </dsp:txXfrm>
    </dsp:sp>
    <dsp:sp modelId="{1A910B56-00C3-456F-9B67-AEE85DF89BEF}">
      <dsp:nvSpPr>
        <dsp:cNvPr id="0" name=""/>
        <dsp:cNvSpPr/>
      </dsp:nvSpPr>
      <dsp:spPr>
        <a:xfrm>
          <a:off x="1679439" y="208639"/>
          <a:ext cx="2097698" cy="839079"/>
        </a:xfrm>
        <a:prstGeom prst="chevron">
          <a:avLst/>
        </a:prstGeom>
        <a:solidFill>
          <a:srgbClr val="00B0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>
              <a:latin typeface="Arial" panose="020B0604020202020204" pitchFamily="34" charset="0"/>
              <a:cs typeface="Arial" panose="020B0604020202020204" pitchFamily="34" charset="0"/>
            </a:rPr>
            <a:t>Planificación y Diseño</a:t>
          </a:r>
        </a:p>
      </dsp:txBody>
      <dsp:txXfrm>
        <a:off x="2098979" y="208639"/>
        <a:ext cx="1258619" cy="839079"/>
      </dsp:txXfrm>
    </dsp:sp>
    <dsp:sp modelId="{AF107700-5FD3-4AD0-8CCE-465139A8BB94}">
      <dsp:nvSpPr>
        <dsp:cNvPr id="0" name=""/>
        <dsp:cNvSpPr/>
      </dsp:nvSpPr>
      <dsp:spPr>
        <a:xfrm>
          <a:off x="3357597" y="200181"/>
          <a:ext cx="2097698" cy="83907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>
              <a:latin typeface="Arial" panose="020B0604020202020204" pitchFamily="34" charset="0"/>
              <a:cs typeface="Arial" panose="020B0604020202020204" pitchFamily="34" charset="0"/>
            </a:rPr>
            <a:t>Desarrollo</a:t>
          </a:r>
        </a:p>
      </dsp:txBody>
      <dsp:txXfrm>
        <a:off x="3777137" y="200181"/>
        <a:ext cx="1258619" cy="839079"/>
      </dsp:txXfrm>
    </dsp:sp>
    <dsp:sp modelId="{8D6142F9-BA5F-4CAD-9383-E36BEC77C5EC}">
      <dsp:nvSpPr>
        <dsp:cNvPr id="0" name=""/>
        <dsp:cNvSpPr/>
      </dsp:nvSpPr>
      <dsp:spPr>
        <a:xfrm>
          <a:off x="5035756" y="208639"/>
          <a:ext cx="2097698" cy="83907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>
              <a:latin typeface="Arial" panose="020B0604020202020204" pitchFamily="34" charset="0"/>
              <a:cs typeface="Arial" panose="020B0604020202020204" pitchFamily="34" charset="0"/>
            </a:rPr>
            <a:t>Pruebas</a:t>
          </a:r>
          <a:endParaRPr lang="es-MX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55296" y="208639"/>
        <a:ext cx="1258619" cy="839079"/>
      </dsp:txXfrm>
    </dsp:sp>
    <dsp:sp modelId="{2C4E2632-8D32-4245-84E7-296B42CF8379}">
      <dsp:nvSpPr>
        <dsp:cNvPr id="0" name=""/>
        <dsp:cNvSpPr/>
      </dsp:nvSpPr>
      <dsp:spPr>
        <a:xfrm>
          <a:off x="6713914" y="208639"/>
          <a:ext cx="2097698" cy="83907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s-MX" sz="1200" b="1" kern="1200">
              <a:latin typeface="Arial" panose="020B0604020202020204" pitchFamily="34" charset="0"/>
              <a:cs typeface="Arial" panose="020B0604020202020204" pitchFamily="34" charset="0"/>
            </a:rPr>
            <a:t>Implementación</a:t>
          </a:r>
          <a:endParaRPr lang="es-MX" sz="1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133454" y="208639"/>
        <a:ext cx="1258619" cy="839079"/>
      </dsp:txXfrm>
    </dsp:sp>
    <dsp:sp modelId="{8E0A4277-DBDD-4138-9572-D864D3F99494}">
      <dsp:nvSpPr>
        <dsp:cNvPr id="0" name=""/>
        <dsp:cNvSpPr/>
      </dsp:nvSpPr>
      <dsp:spPr>
        <a:xfrm>
          <a:off x="8392073" y="208639"/>
          <a:ext cx="2097698" cy="83907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>
              <a:latin typeface="Arial" panose="020B0604020202020204" pitchFamily="34" charset="0"/>
              <a:cs typeface="Arial" panose="020B0604020202020204" pitchFamily="34" charset="0"/>
            </a:rPr>
            <a:t>Mantenimiento y Soporte</a:t>
          </a:r>
          <a:endParaRPr lang="es-MX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811613" y="208639"/>
        <a:ext cx="1258619" cy="8390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F0A85-78C4-44EA-BB8B-29C058305D18}">
      <dsp:nvSpPr>
        <dsp:cNvPr id="0" name=""/>
        <dsp:cNvSpPr/>
      </dsp:nvSpPr>
      <dsp:spPr>
        <a:xfrm>
          <a:off x="1192" y="237494"/>
          <a:ext cx="1953422" cy="781368"/>
        </a:xfrm>
        <a:prstGeom prst="homePlate">
          <a:avLst/>
        </a:prstGeom>
        <a:solidFill>
          <a:schemeClr val="tx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>
              <a:latin typeface="Arial" panose="020B0604020202020204" pitchFamily="34" charset="0"/>
              <a:cs typeface="Arial" panose="020B0604020202020204" pitchFamily="34" charset="0"/>
            </a:rPr>
            <a:t>Análisis de Requerimientos</a:t>
          </a:r>
        </a:p>
      </dsp:txBody>
      <dsp:txXfrm>
        <a:off x="1192" y="237494"/>
        <a:ext cx="1758080" cy="781368"/>
      </dsp:txXfrm>
    </dsp:sp>
    <dsp:sp modelId="{1A910B56-00C3-456F-9B67-AEE85DF89BEF}">
      <dsp:nvSpPr>
        <dsp:cNvPr id="0" name=""/>
        <dsp:cNvSpPr/>
      </dsp:nvSpPr>
      <dsp:spPr>
        <a:xfrm>
          <a:off x="1563930" y="237494"/>
          <a:ext cx="1953422" cy="781368"/>
        </a:xfrm>
        <a:prstGeom prst="chevron">
          <a:avLst/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Planificación y Diseño</a:t>
          </a:r>
        </a:p>
      </dsp:txBody>
      <dsp:txXfrm>
        <a:off x="1954614" y="237494"/>
        <a:ext cx="1172054" cy="781368"/>
      </dsp:txXfrm>
    </dsp:sp>
    <dsp:sp modelId="{AF107700-5FD3-4AD0-8CCE-465139A8BB94}">
      <dsp:nvSpPr>
        <dsp:cNvPr id="0" name=""/>
        <dsp:cNvSpPr/>
      </dsp:nvSpPr>
      <dsp:spPr>
        <a:xfrm>
          <a:off x="3126668" y="229618"/>
          <a:ext cx="1953422" cy="781368"/>
        </a:xfrm>
        <a:prstGeom prst="chevron">
          <a:avLst/>
        </a:prstGeom>
        <a:solidFill>
          <a:srgbClr val="0070C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>
              <a:latin typeface="Arial" panose="020B0604020202020204" pitchFamily="34" charset="0"/>
              <a:cs typeface="Arial" panose="020B0604020202020204" pitchFamily="34" charset="0"/>
            </a:rPr>
            <a:t>Desarrollo</a:t>
          </a:r>
        </a:p>
      </dsp:txBody>
      <dsp:txXfrm>
        <a:off x="3517352" y="229618"/>
        <a:ext cx="1172054" cy="781368"/>
      </dsp:txXfrm>
    </dsp:sp>
    <dsp:sp modelId="{8D6142F9-BA5F-4CAD-9383-E36BEC77C5EC}">
      <dsp:nvSpPr>
        <dsp:cNvPr id="0" name=""/>
        <dsp:cNvSpPr/>
      </dsp:nvSpPr>
      <dsp:spPr>
        <a:xfrm>
          <a:off x="4689406" y="237494"/>
          <a:ext cx="1953422" cy="781368"/>
        </a:xfrm>
        <a:prstGeom prst="chevron">
          <a:avLst/>
        </a:prstGeom>
        <a:solidFill>
          <a:srgbClr val="0066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>
              <a:latin typeface="Arial" panose="020B0604020202020204" pitchFamily="34" charset="0"/>
              <a:cs typeface="Arial" panose="020B0604020202020204" pitchFamily="34" charset="0"/>
            </a:rPr>
            <a:t>Pruebas</a:t>
          </a:r>
          <a:endParaRPr lang="es-MX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80090" y="237494"/>
        <a:ext cx="1172054" cy="781368"/>
      </dsp:txXfrm>
    </dsp:sp>
    <dsp:sp modelId="{2C4E2632-8D32-4245-84E7-296B42CF8379}">
      <dsp:nvSpPr>
        <dsp:cNvPr id="0" name=""/>
        <dsp:cNvSpPr/>
      </dsp:nvSpPr>
      <dsp:spPr>
        <a:xfrm>
          <a:off x="6252144" y="237494"/>
          <a:ext cx="1953422" cy="781368"/>
        </a:xfrm>
        <a:prstGeom prst="chevron">
          <a:avLst/>
        </a:prstGeom>
        <a:solidFill>
          <a:srgbClr val="CC33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>
              <a:latin typeface="Arial" panose="020B0604020202020204" pitchFamily="34" charset="0"/>
              <a:cs typeface="Arial" panose="020B0604020202020204" pitchFamily="34" charset="0"/>
            </a:rPr>
            <a:t> Implementación</a:t>
          </a:r>
          <a:endParaRPr lang="es-MX" sz="1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42828" y="237494"/>
        <a:ext cx="1172054" cy="781368"/>
      </dsp:txXfrm>
    </dsp:sp>
    <dsp:sp modelId="{8E0A4277-DBDD-4138-9572-D864D3F99494}">
      <dsp:nvSpPr>
        <dsp:cNvPr id="0" name=""/>
        <dsp:cNvSpPr/>
      </dsp:nvSpPr>
      <dsp:spPr>
        <a:xfrm>
          <a:off x="7814882" y="237494"/>
          <a:ext cx="1953422" cy="781368"/>
        </a:xfrm>
        <a:prstGeom prst="chevron">
          <a:avLst/>
        </a:prstGeom>
        <a:solidFill>
          <a:srgbClr val="0066FF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/>
            <a:t>Mantenimiento y Soporte</a:t>
          </a:r>
          <a:endParaRPr lang="es-MX" sz="1200" kern="1200"/>
        </a:p>
      </dsp:txBody>
      <dsp:txXfrm>
        <a:off x="8205566" y="237494"/>
        <a:ext cx="1172054" cy="7813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5EB91-FAB2-4406-98E6-0F1954856678}" type="datetimeFigureOut">
              <a:rPr lang="es-419" smtClean="0"/>
              <a:t>3/11/2025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719B69-9644-4AA8-B00D-59103E6B52B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61312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7" name="bg object 16">
            <a:extLst>
              <a:ext uri="{FF2B5EF4-FFF2-40B4-BE49-F238E27FC236}">
                <a16:creationId xmlns:a16="http://schemas.microsoft.com/office/drawing/2014/main" id="{11CFFC7B-7313-4B40-A940-24B0A618F3E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95503"/>
            <a:ext cx="12192000" cy="676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6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8" name="bg object 16">
            <a:extLst>
              <a:ext uri="{FF2B5EF4-FFF2-40B4-BE49-F238E27FC236}">
                <a16:creationId xmlns:a16="http://schemas.microsoft.com/office/drawing/2014/main" id="{03169B7C-58E0-4067-A087-3E949A8BFABD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95503"/>
            <a:ext cx="12192000" cy="676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620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7" name="bg object 16">
            <a:extLst>
              <a:ext uri="{FF2B5EF4-FFF2-40B4-BE49-F238E27FC236}">
                <a16:creationId xmlns:a16="http://schemas.microsoft.com/office/drawing/2014/main" id="{5356D9FB-EFB8-4337-B9B0-5973683D5F73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95503"/>
            <a:ext cx="12192000" cy="676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18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8" name="bg object 16">
            <a:extLst>
              <a:ext uri="{FF2B5EF4-FFF2-40B4-BE49-F238E27FC236}">
                <a16:creationId xmlns:a16="http://schemas.microsoft.com/office/drawing/2014/main" id="{4DEA3BCF-4500-49A5-B005-A557F12B16F7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95503"/>
            <a:ext cx="12192000" cy="676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764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6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53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94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55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964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08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5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16CE8-7445-4998-B644-FD766778B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6E1084-8A0F-46E5-8217-75FA170E3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F95988-2973-44AD-BF1E-F442F2BF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A073-58A2-4DB4-86AA-D6A10C51C817}" type="datetimeFigureOut">
              <a:rPr lang="es-419" smtClean="0"/>
              <a:t>3/11/2025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CBE505-A562-4B49-ACF4-62C14E32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FC7A36-F8F6-4DB3-AC41-C96B7DC2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2133-FA5A-464A-8C2D-CE5C19350DE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082122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4B1CF8-B04E-477C-A889-A7F85D90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6E1888-B1C9-4999-A48A-15CD7AE29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15648F-FFB2-49D7-9BFA-1B252C184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A073-58A2-4DB4-86AA-D6A10C51C817}" type="datetimeFigureOut">
              <a:rPr lang="es-419" smtClean="0"/>
              <a:t>3/11/2025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94AF7D-7E2B-4EE0-90BB-584A7647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97EDA9-17BB-495F-9A34-28C6C7CF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2133-FA5A-464A-8C2D-CE5C19350DE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89120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40E58-0898-4A2A-A964-6F341DDC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5B04C1-A361-4746-ABF1-D63BC8119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2E0981-079A-4CCD-AF9A-DC16009AF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A073-58A2-4DB4-86AA-D6A10C51C817}" type="datetimeFigureOut">
              <a:rPr lang="es-419" smtClean="0"/>
              <a:t>3/11/2025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8BAB1D-5E47-4800-B069-2A0CF3CDB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8536D9-A58A-4084-9745-34793249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2133-FA5A-464A-8C2D-CE5C19350DE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21232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5399B1-E9BD-4FC5-B403-0FC62880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5D09E4-6023-4E50-A1BC-F9A5115DD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82371F3-06BE-4CD4-ABBF-E66592603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F7AE42-0595-496C-B55F-D0EFB2A2B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A073-58A2-4DB4-86AA-D6A10C51C817}" type="datetimeFigureOut">
              <a:rPr lang="es-419" smtClean="0"/>
              <a:t>3/11/2025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B0A9E3-045B-412F-B4BE-FB09D9319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3D374C-60CE-4807-827F-48CD7ABB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2133-FA5A-464A-8C2D-CE5C19350DE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010844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8205C-C70A-49E3-A0EC-1663D8F4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EAE945-5D29-4739-85CC-EDDBD763E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E05185-C256-4B80-8405-1A5798A6E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FE8676-A0AF-49D3-8B33-F28E9256AB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2548DC7-0633-4531-BF90-88B89F0F5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7E6A1A-8F21-4848-9638-17900A0B9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A073-58A2-4DB4-86AA-D6A10C51C817}" type="datetimeFigureOut">
              <a:rPr lang="es-419" smtClean="0"/>
              <a:t>3/11/2025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731C871-7774-4846-B8C3-DA792D1C7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1DEC99-6144-44E9-AFBF-5A7E44B7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2133-FA5A-464A-8C2D-CE5C19350DE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65290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53479-D1E9-43EC-88A9-3D6DAF3E0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94DAA04-84F6-446E-B33A-C811D8C2C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A073-58A2-4DB4-86AA-D6A10C51C817}" type="datetimeFigureOut">
              <a:rPr lang="es-419" smtClean="0"/>
              <a:t>3/11/2025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D40969F-6257-441A-855A-CB1880BF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EF743B-B6A2-46BB-B6E1-28320C177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2133-FA5A-464A-8C2D-CE5C19350DE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410043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D94195-959C-4EE4-90A6-6D4265F2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A073-58A2-4DB4-86AA-D6A10C51C817}" type="datetimeFigureOut">
              <a:rPr lang="es-419" smtClean="0"/>
              <a:t>3/11/2025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D211B6-8CCD-422E-B660-ADCB6B981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68EA9C-A3F6-4D51-B8D9-536CF61E7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2133-FA5A-464A-8C2D-CE5C19350DE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47752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CC611-2A4C-4D67-9749-E13B0306E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23810A-5F08-42E3-8971-0C226D39C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BA0AE1-63CD-488B-8808-C2ECA016A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63598B-60F4-4C9A-8377-539EA8657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A073-58A2-4DB4-86AA-D6A10C51C817}" type="datetimeFigureOut">
              <a:rPr lang="es-419" smtClean="0"/>
              <a:t>3/11/2025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19BD4F-8FAF-4467-A8FF-EF6C076DB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D75E0F-3C17-4346-BA06-1030A9DD7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2133-FA5A-464A-8C2D-CE5C19350DE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217778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2FC08-20BD-4D86-9A2E-42E2FC785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6451034-0F1F-4871-AD89-D50F617D6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47D527-2061-4398-88F1-E825582E6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EC75FD-1490-41CF-9CD3-67C065A7E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A073-58A2-4DB4-86AA-D6A10C51C817}" type="datetimeFigureOut">
              <a:rPr lang="es-419" smtClean="0"/>
              <a:t>3/11/2025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1D2875-D9DF-4437-AB5C-F21501B4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786AB6-3FCF-44E5-85FE-EC683E508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2133-FA5A-464A-8C2D-CE5C19350DE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092596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547F7C-95D1-4579-8484-188B3D5A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F11A384-D288-4B13-81CD-52A0F30FE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745A33-4855-4F59-B491-B323323C6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A073-58A2-4DB4-86AA-D6A10C51C817}" type="datetimeFigureOut">
              <a:rPr lang="es-419" smtClean="0"/>
              <a:t>3/11/2025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7D6AD8-0AF8-4699-BCAD-2A9D6A5AE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560252-AD90-4998-B66B-6E53108DD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2133-FA5A-464A-8C2D-CE5C19350DE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210734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33FA9A-5A96-4E41-8A77-0514DE34B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BAA859F-6A84-4368-892D-327672268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7FF1C0-B241-4369-B6BE-3C4EC71D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A073-58A2-4DB4-86AA-D6A10C51C817}" type="datetimeFigureOut">
              <a:rPr lang="es-419" smtClean="0"/>
              <a:t>3/11/2025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FC589D-0F78-49F3-B16D-096EC1D47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0CFE4A-597D-478D-AE90-0FF8CF77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2133-FA5A-464A-8C2D-CE5C19350DE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54038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90147"/>
            <a:ext cx="12192000" cy="66678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59355" y="221361"/>
            <a:ext cx="867854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40863" y="1844802"/>
            <a:ext cx="5395595" cy="3533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3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1E9DF5-7789-4228-9709-4B8D9DE2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F68B51-E3B0-4278-B573-DA5355A89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C879B0-2F5C-41D7-895E-BC64A4F7A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2A073-58A2-4DB4-86AA-D6A10C51C817}" type="datetimeFigureOut">
              <a:rPr lang="es-419" smtClean="0"/>
              <a:t>3/11/2025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4DF035-5EE6-4FE7-8353-319825152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BA4F27-4E4B-4A1A-8AE6-759A6E7DC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22133-FA5A-464A-8C2D-CE5C19350DE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8102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DEE27-C59E-48E5-9ED4-D3DE3ACFC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7329"/>
            <a:ext cx="9144000" cy="2387600"/>
          </a:xfrm>
        </p:spPr>
        <p:txBody>
          <a:bodyPr>
            <a:normAutofit/>
          </a:bodyPr>
          <a:lstStyle/>
          <a:p>
            <a:r>
              <a:rPr lang="es-MX" sz="5400" spc="-10">
                <a:latin typeface="Calibri"/>
                <a:cs typeface="Calibri"/>
              </a:rPr>
              <a:t>Plan de Trabajo de Actualización de Procesos UEES</a:t>
            </a:r>
            <a:endParaRPr lang="es-419" sz="5400" spc="-10">
              <a:latin typeface="Calibri"/>
              <a:cs typeface="Calibri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1F0F34-2CA1-49D8-A54F-40DE64616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9762"/>
            <a:ext cx="9144000" cy="1655762"/>
          </a:xfrm>
        </p:spPr>
        <p:txBody>
          <a:bodyPr>
            <a:normAutofit/>
          </a:bodyPr>
          <a:lstStyle/>
          <a:p>
            <a:r>
              <a:rPr lang="es-MX" sz="2000"/>
              <a:t>DIGGEI</a:t>
            </a:r>
            <a:br>
              <a:rPr lang="es-MX" sz="2000"/>
            </a:br>
            <a:r>
              <a:rPr lang="es-MX" sz="2000"/>
              <a:t>Dirección de Calidad Institucional</a:t>
            </a:r>
            <a:br>
              <a:rPr lang="es-MX" sz="2000"/>
            </a:br>
            <a:r>
              <a:rPr lang="es-MX" sz="2000"/>
              <a:t>Dirección de Transformación Digital</a:t>
            </a:r>
            <a:endParaRPr lang="es-419" sz="2000"/>
          </a:p>
        </p:txBody>
      </p:sp>
    </p:spTree>
    <p:extLst>
      <p:ext uri="{BB962C8B-B14F-4D97-AF65-F5344CB8AC3E}">
        <p14:creationId xmlns:p14="http://schemas.microsoft.com/office/powerpoint/2010/main" val="2509824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85FB101-C5E5-4031-B5C8-C83D06C8D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0" y="420231"/>
            <a:ext cx="7772400" cy="762000"/>
          </a:xfrm>
        </p:spPr>
        <p:txBody>
          <a:bodyPr>
            <a:normAutofit fontScale="90000"/>
          </a:bodyPr>
          <a:lstStyle/>
          <a:p>
            <a:r>
              <a:rPr lang="es-MX" b="1">
                <a:solidFill>
                  <a:schemeClr val="tx2"/>
                </a:solidFill>
              </a:rPr>
              <a:t>FORTALEZAS DEL SISTEMA DE GESTIÓN DE CALIDAD</a:t>
            </a:r>
            <a:br>
              <a:rPr lang="es-MX" b="1">
                <a:solidFill>
                  <a:schemeClr val="tx2"/>
                </a:solidFill>
              </a:rPr>
            </a:br>
            <a:br>
              <a:rPr lang="es-SV" b="1">
                <a:solidFill>
                  <a:schemeClr val="tx2"/>
                </a:solidFill>
              </a:rPr>
            </a:br>
            <a:endParaRPr lang="es-SV">
              <a:solidFill>
                <a:schemeClr val="tx2"/>
              </a:solidFill>
            </a:endParaRP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55459C56-BA00-45A7-956A-95FDBC086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779501"/>
            <a:ext cx="5486400" cy="5257800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b="1"/>
              <a:t>1. Marco normativo y documental existente</a:t>
            </a:r>
          </a:p>
          <a:p>
            <a:pPr marL="0" indent="0" algn="just">
              <a:buNone/>
            </a:pPr>
            <a:r>
              <a:rPr lang="es-MX"/>
              <a:t>La Universidad cuenta con un Manual de Procesos aprobado en junio de 2023, que constituye una base formal para la gestión por procesos.</a:t>
            </a:r>
            <a:br>
              <a:rPr lang="es-MX"/>
            </a:br>
            <a:r>
              <a:rPr lang="es-MX"/>
              <a:t>Actualmente, se dispone de procedimientos documentados a nivel inicial en la mayoría de los casos, muchos de los cuales requieren actualización, pero representan un avance importante en la consolidación de una cultura de documentación institucional.</a:t>
            </a:r>
          </a:p>
          <a:p>
            <a:pPr marL="0" indent="0" algn="just">
              <a:buNone/>
            </a:pPr>
            <a:endParaRPr lang="es-MX"/>
          </a:p>
          <a:p>
            <a:pPr marL="0" indent="0">
              <a:buNone/>
            </a:pPr>
            <a:endParaRPr lang="es-MX"/>
          </a:p>
          <a:p>
            <a:pPr marL="0" indent="0">
              <a:buNone/>
            </a:pPr>
            <a:r>
              <a:rPr lang="es-MX" b="1"/>
              <a:t>2. Política y Sistema de Gestión de la Calidad</a:t>
            </a:r>
          </a:p>
          <a:p>
            <a:pPr marL="0" indent="0" algn="just">
              <a:buNone/>
            </a:pPr>
            <a:r>
              <a:rPr lang="es-MX"/>
              <a:t>La institución dispone de una Política de Calidad vigente y de una Normativa del Sistema de Gestión de la Calidad (SGC) que define responsabilidades, estructura documental y criterios de mejora continua.</a:t>
            </a:r>
            <a:br>
              <a:rPr lang="es-MX"/>
            </a:br>
            <a:r>
              <a:rPr lang="es-MX"/>
              <a:t>Este marco proporciona una estructura de referencia para la estandarización y sirve de punto de partida para fortalecer la integración con el futuro Sistema de Gestión Universitario (SGU).</a:t>
            </a:r>
          </a:p>
          <a:p>
            <a:pPr marL="0" indent="0">
              <a:buNone/>
            </a:pPr>
            <a:endParaRPr lang="es-MX"/>
          </a:p>
          <a:p>
            <a:pPr marL="0" indent="0">
              <a:buNone/>
            </a:pPr>
            <a:endParaRPr lang="es-MX"/>
          </a:p>
          <a:p>
            <a:pPr marL="0" indent="0">
              <a:buNone/>
            </a:pPr>
            <a:endParaRPr lang="es-MX"/>
          </a:p>
          <a:p>
            <a:pPr marL="0" indent="0">
              <a:buNone/>
            </a:pPr>
            <a:endParaRPr lang="es-MX"/>
          </a:p>
          <a:p>
            <a:pPr marL="0" indent="0">
              <a:buNone/>
            </a:pPr>
            <a:endParaRPr lang="es-MX"/>
          </a:p>
          <a:p>
            <a:pPr marL="0" indent="0">
              <a:buNone/>
            </a:pPr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35DEC09-FFA2-402E-9215-9FB3D5421E60}"/>
              </a:ext>
            </a:extLst>
          </p:cNvPr>
          <p:cNvSpPr txBox="1"/>
          <p:nvPr/>
        </p:nvSpPr>
        <p:spPr>
          <a:xfrm>
            <a:off x="6096000" y="779502"/>
            <a:ext cx="5842000" cy="50783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defTabSz="609630" rtl="0"/>
            <a:r>
              <a:rPr lang="es-MX" b="1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3. Orientación estratégica hacia la mejora y la acreditación</a:t>
            </a:r>
          </a:p>
          <a:p>
            <a:pPr algn="just" defTabSz="609630" rtl="0"/>
            <a:r>
              <a:rPr lang="es-MX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Se evidencia una intención institucional clara, de avanzar hacia modelos de gestión basados en calidad y resultados. Las acciones desarrolladas en torno a procesos de acreditación y autoevaluación reflejan el compromiso por la mejora continua, la transparencia y la excelencia académica. Esta orientación estratégica favorece la implementación de metodologías de  Gestión por Procesos y la vinculación con proyectos transversales como el SGU.</a:t>
            </a:r>
          </a:p>
          <a:p>
            <a:pPr algn="l" defTabSz="609630" rtl="0"/>
            <a:endParaRPr lang="es-MX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algn="l" defTabSz="609630" rtl="0"/>
            <a:r>
              <a:rPr lang="es-MX" b="1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4. Cultura de cooperación y apertura al cambio</a:t>
            </a:r>
          </a:p>
          <a:p>
            <a:pPr algn="just" defTabSz="609630" rtl="0"/>
            <a:r>
              <a:rPr lang="es-MX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Las unidades muestran disposición para colaborar en procesos de mejora, así como interés en capacitarse y participar activamente en los levantamientos de procesos.</a:t>
            </a:r>
            <a:br>
              <a:rPr lang="es-MX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</a:br>
            <a:r>
              <a:rPr lang="es-MX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Esta apertura institucional constituye un factor clave para seguir manteniendo y reforzando para  el éxito de la actualización del Manual de Procesos.</a:t>
            </a:r>
          </a:p>
          <a:p>
            <a:pPr algn="just" defTabSz="609630" rtl="0"/>
            <a:endParaRPr lang="es-MX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49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8639E-38B8-D317-1A9B-342E65638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91FE32D-55EB-587E-6CED-51FD845AF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0" y="258595"/>
            <a:ext cx="7772400" cy="762000"/>
          </a:xfrm>
        </p:spPr>
        <p:txBody>
          <a:bodyPr>
            <a:normAutofit fontScale="90000"/>
          </a:bodyPr>
          <a:lstStyle/>
          <a:p>
            <a:r>
              <a:rPr lang="es-MX" sz="2900" b="1">
                <a:solidFill>
                  <a:schemeClr val="tx2"/>
                </a:solidFill>
              </a:rPr>
              <a:t>OPORTUNIDADES DE MEJORA</a:t>
            </a:r>
            <a:br>
              <a:rPr lang="es-SV" sz="2900" b="1"/>
            </a:br>
            <a:endParaRPr lang="es-SV" sz="29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FD8ACA92-256B-94C3-BA51-3C797A9E4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779501"/>
            <a:ext cx="5486400" cy="2025073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s-MX" sz="2300" b="1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1. </a:t>
            </a:r>
            <a:r>
              <a:rPr lang="es-MX" sz="2300" b="1">
                <a:solidFill>
                  <a:srgbClr val="002060"/>
                </a:solidFill>
              </a:rPr>
              <a:t>Actualizar procedimientos existentes con trazabilidad y conexión  entre funciones</a:t>
            </a:r>
            <a:endParaRPr lang="es-ES" sz="2300">
              <a:solidFill>
                <a:srgbClr val="002060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MX" sz="2300"/>
              <a:t>Que describan el flujo de valor y promueva   la colaboración.</a:t>
            </a:r>
            <a:br>
              <a:rPr lang="es-MX" sz="2300"/>
            </a:br>
            <a:r>
              <a:rPr lang="es-MX" sz="3000"/>
              <a:t> </a:t>
            </a:r>
            <a:endParaRPr lang="es-MX">
              <a:ea typeface="Calibri"/>
              <a:cs typeface="Calibri"/>
            </a:endParaRPr>
          </a:p>
          <a:p>
            <a:pPr marL="0" indent="0">
              <a:buNone/>
            </a:pPr>
            <a:endParaRPr lang="es-MX" sz="2100" b="1">
              <a:ea typeface="Calibri"/>
              <a:cs typeface="Calibri"/>
            </a:endParaRPr>
          </a:p>
          <a:p>
            <a:pPr marL="0" indent="0" algn="just">
              <a:buNone/>
            </a:pPr>
            <a:endParaRPr lang="es-MX"/>
          </a:p>
          <a:p>
            <a:pPr marL="0" indent="0">
              <a:buNone/>
            </a:pPr>
            <a:endParaRPr lang="es-MX"/>
          </a:p>
          <a:p>
            <a:pPr marL="0" indent="0">
              <a:buNone/>
            </a:pPr>
            <a:endParaRPr lang="es-MX"/>
          </a:p>
          <a:p>
            <a:pPr marL="0" indent="0">
              <a:buNone/>
            </a:pPr>
            <a:endParaRPr lang="es-MX"/>
          </a:p>
          <a:p>
            <a:pPr marL="0" indent="0">
              <a:buNone/>
            </a:pPr>
            <a:endParaRPr lang="es-MX"/>
          </a:p>
          <a:p>
            <a:pPr marL="0" indent="0">
              <a:buNone/>
            </a:pPr>
            <a:endParaRPr lang="es-MX" sz="2100">
              <a:ea typeface="Calibri"/>
              <a:cs typeface="Calibri"/>
            </a:endParaRPr>
          </a:p>
          <a:p>
            <a:pPr marL="0" indent="0">
              <a:buNone/>
            </a:pPr>
            <a:endParaRPr lang="es-MX"/>
          </a:p>
          <a:p>
            <a:pPr marL="0" indent="0">
              <a:buNone/>
            </a:pPr>
            <a:endParaRPr lang="es-MX"/>
          </a:p>
          <a:p>
            <a:pPr marL="0" indent="0">
              <a:buNone/>
            </a:pPr>
            <a:endParaRPr lang="es-MX"/>
          </a:p>
        </p:txBody>
      </p:sp>
      <p:sp>
        <p:nvSpPr>
          <p:cNvPr id="5" name="Subtítulo 3">
            <a:extLst>
              <a:ext uri="{FF2B5EF4-FFF2-40B4-BE49-F238E27FC236}">
                <a16:creationId xmlns:a16="http://schemas.microsoft.com/office/drawing/2014/main" id="{F902007F-1487-2E76-901C-3B1F4EF421EA}"/>
              </a:ext>
            </a:extLst>
          </p:cNvPr>
          <p:cNvSpPr txBox="1">
            <a:spLocks/>
          </p:cNvSpPr>
          <p:nvPr/>
        </p:nvSpPr>
        <p:spPr>
          <a:xfrm>
            <a:off x="357909" y="3295932"/>
            <a:ext cx="5486400" cy="23053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4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2.</a:t>
            </a:r>
            <a:r>
              <a:rPr lang="es-MX" sz="2400" b="1">
                <a:solidFill>
                  <a:srgbClr val="002060"/>
                </a:solidFill>
              </a:rPr>
              <a:t> Promover la gestión por procesos en la cultura y hábitos de la organización. </a:t>
            </a:r>
            <a:endParaRPr lang="es-ES" sz="2400" b="1">
              <a:solidFill>
                <a:srgbClr val="002060"/>
              </a:solidFill>
              <a:ea typeface="Calibri"/>
              <a:cs typeface="Calibri"/>
            </a:endParaRPr>
          </a:p>
          <a:p>
            <a:pPr marL="0" indent="0" algn="just">
              <a:buNone/>
            </a:pPr>
            <a:r>
              <a:rPr lang="es-MX" sz="2400">
                <a:solidFill>
                  <a:srgbClr val="000000"/>
                </a:solidFill>
              </a:rPr>
              <a:t>Orientando el sistema documental y de información al trabajo en equipo </a:t>
            </a:r>
            <a:r>
              <a:rPr lang="es-MX" sz="2400" err="1">
                <a:solidFill>
                  <a:srgbClr val="000000"/>
                </a:solidFill>
              </a:rPr>
              <a:t>inter-funciones</a:t>
            </a:r>
            <a:r>
              <a:rPr lang="es-MX" sz="2400">
                <a:solidFill>
                  <a:srgbClr val="000000"/>
                </a:solidFill>
              </a:rPr>
              <a:t>, identificando oportunidades de mejora.</a:t>
            </a:r>
            <a:endParaRPr lang="es-MX" sz="2400">
              <a:solidFill>
                <a:srgbClr val="000000"/>
              </a:solidFill>
              <a:ea typeface="Calibri"/>
              <a:cs typeface="Calibri"/>
            </a:endParaRPr>
          </a:p>
          <a:p>
            <a:pPr marL="228600" indent="-228600" algn="ctr">
              <a:buNone/>
            </a:pPr>
            <a:endParaRPr lang="es-ES" sz="3900" b="1">
              <a:solidFill>
                <a:srgbClr val="002060"/>
              </a:solidFill>
              <a:ea typeface="Calibri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es-MX" sz="2100" b="1">
              <a:ea typeface="Calibri"/>
              <a:cs typeface="Calibri"/>
            </a:endParaRPr>
          </a:p>
          <a:p>
            <a:pPr marL="0" indent="0" algn="just">
              <a:buFont typeface="Arial" pitchFamily="34" charset="0"/>
              <a:buNone/>
            </a:pPr>
            <a:endParaRPr lang="es-MX"/>
          </a:p>
          <a:p>
            <a:pPr marL="0" indent="0">
              <a:buFont typeface="Arial" pitchFamily="34" charset="0"/>
              <a:buNone/>
            </a:pPr>
            <a:endParaRPr lang="es-MX"/>
          </a:p>
          <a:p>
            <a:pPr marL="0" indent="0">
              <a:buFont typeface="Arial" pitchFamily="34" charset="0"/>
              <a:buNone/>
            </a:pPr>
            <a:endParaRPr lang="es-MX"/>
          </a:p>
          <a:p>
            <a:pPr marL="0" indent="0">
              <a:buFont typeface="Arial" pitchFamily="34" charset="0"/>
              <a:buNone/>
            </a:pPr>
            <a:endParaRPr lang="es-MX"/>
          </a:p>
          <a:p>
            <a:pPr marL="0" indent="0">
              <a:buFont typeface="Arial" pitchFamily="34" charset="0"/>
              <a:buNone/>
            </a:pPr>
            <a:endParaRPr lang="es-MX"/>
          </a:p>
          <a:p>
            <a:pPr marL="0" indent="0">
              <a:buFont typeface="Arial" pitchFamily="34" charset="0"/>
              <a:buNone/>
            </a:pPr>
            <a:endParaRPr lang="es-MX" sz="2100">
              <a:ea typeface="Calibri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es-MX"/>
          </a:p>
          <a:p>
            <a:pPr marL="0" indent="0">
              <a:buFont typeface="Arial" pitchFamily="34" charset="0"/>
              <a:buNone/>
            </a:pPr>
            <a:endParaRPr lang="es-MX"/>
          </a:p>
          <a:p>
            <a:pPr marL="0" indent="0">
              <a:buFont typeface="Arial" pitchFamily="34" charset="0"/>
              <a:buNone/>
            </a:pPr>
            <a:endParaRPr lang="es-MX"/>
          </a:p>
        </p:txBody>
      </p:sp>
      <p:sp>
        <p:nvSpPr>
          <p:cNvPr id="7" name="Subtítulo 3">
            <a:extLst>
              <a:ext uri="{FF2B5EF4-FFF2-40B4-BE49-F238E27FC236}">
                <a16:creationId xmlns:a16="http://schemas.microsoft.com/office/drawing/2014/main" id="{4A88A8CD-B093-BD8D-ED27-8E0F4A4CF27F}"/>
              </a:ext>
            </a:extLst>
          </p:cNvPr>
          <p:cNvSpPr txBox="1">
            <a:spLocks/>
          </p:cNvSpPr>
          <p:nvPr/>
        </p:nvSpPr>
        <p:spPr>
          <a:xfrm>
            <a:off x="6092371" y="779501"/>
            <a:ext cx="5486400" cy="20250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ctr">
              <a:buNone/>
            </a:pPr>
            <a:r>
              <a:rPr lang="es-MX" sz="2300" b="1">
                <a:latin typeface="Arial"/>
                <a:cs typeface="Arial"/>
              </a:rPr>
              <a:t>3</a:t>
            </a:r>
            <a:r>
              <a:rPr lang="es-MX" sz="2300">
                <a:latin typeface="Arial"/>
                <a:cs typeface="Arial"/>
              </a:rPr>
              <a:t>. </a:t>
            </a:r>
            <a:r>
              <a:rPr lang="es-MX" sz="23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Priorizar la capacitación del liderazgo en gestión por procesos y mejora continua</a:t>
            </a:r>
          </a:p>
          <a:p>
            <a:pPr marL="228600" indent="-228600" algn="ctr">
              <a:buNone/>
            </a:pPr>
            <a:endParaRPr lang="es-MX" sz="2300">
              <a:latin typeface="Calibri"/>
              <a:ea typeface="Calibri"/>
              <a:cs typeface="Arial"/>
            </a:endParaRPr>
          </a:p>
          <a:p>
            <a:pPr marL="228600" indent="-228600" algn="ctr">
              <a:buFont typeface="Arial" pitchFamily="34" charset="0"/>
              <a:buNone/>
            </a:pPr>
            <a:endParaRPr lang="es-MX" sz="2300" b="1">
              <a:solidFill>
                <a:srgbClr val="002060"/>
              </a:solidFill>
              <a:latin typeface="Calibri"/>
              <a:ea typeface="Calibri"/>
              <a:cs typeface="Arial"/>
            </a:endParaRPr>
          </a:p>
          <a:p>
            <a:pPr marL="228600" indent="-228600" algn="ctr">
              <a:buFont typeface="Arial" pitchFamily="34" charset="0"/>
              <a:buNone/>
            </a:pPr>
            <a:endParaRPr lang="es-MX" sz="2500" b="1">
              <a:solidFill>
                <a:srgbClr val="002060"/>
              </a:solidFill>
              <a:latin typeface="Arial"/>
              <a:ea typeface="Calibri"/>
              <a:cs typeface="Arial"/>
            </a:endParaRPr>
          </a:p>
          <a:p>
            <a:pPr marL="0" indent="0">
              <a:buFont typeface="Arial" pitchFamily="34" charset="0"/>
              <a:buNone/>
            </a:pPr>
            <a:endParaRPr lang="es-MX" sz="2100" b="1">
              <a:ea typeface="Calibri"/>
              <a:cs typeface="Calibri"/>
            </a:endParaRPr>
          </a:p>
          <a:p>
            <a:pPr marL="0" indent="0" algn="just">
              <a:buFont typeface="Arial" pitchFamily="34" charset="0"/>
              <a:buNone/>
            </a:pPr>
            <a:endParaRPr lang="es-MX">
              <a:ea typeface="Calibri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es-MX"/>
          </a:p>
          <a:p>
            <a:pPr marL="0" indent="0">
              <a:buNone/>
            </a:pPr>
            <a:endParaRPr lang="es-MX">
              <a:ea typeface="Calibri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es-MX" sz="2100">
              <a:ea typeface="Calibri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es-MX">
              <a:ea typeface="Calibri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es-MX" sz="2100">
              <a:ea typeface="Calibri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es-MX"/>
          </a:p>
          <a:p>
            <a:pPr marL="0" indent="0">
              <a:buNone/>
            </a:pPr>
            <a:endParaRPr lang="es-MX">
              <a:ea typeface="Calibri"/>
              <a:cs typeface="Calibri"/>
            </a:endParaRPr>
          </a:p>
          <a:p>
            <a:pPr marL="0" indent="0">
              <a:buNone/>
            </a:pPr>
            <a:endParaRPr lang="es-MX">
              <a:ea typeface="Calibri"/>
              <a:cs typeface="Calibri"/>
            </a:endParaRPr>
          </a:p>
        </p:txBody>
      </p:sp>
      <p:sp>
        <p:nvSpPr>
          <p:cNvPr id="2" name="Subtítulo 3">
            <a:extLst>
              <a:ext uri="{FF2B5EF4-FFF2-40B4-BE49-F238E27FC236}">
                <a16:creationId xmlns:a16="http://schemas.microsoft.com/office/drawing/2014/main" id="{E2F4C3D3-427F-CB74-D699-AB417A7CBE14}"/>
              </a:ext>
            </a:extLst>
          </p:cNvPr>
          <p:cNvSpPr txBox="1">
            <a:spLocks/>
          </p:cNvSpPr>
          <p:nvPr/>
        </p:nvSpPr>
        <p:spPr>
          <a:xfrm>
            <a:off x="6092370" y="3293224"/>
            <a:ext cx="5486400" cy="23053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t">
            <a:normAutofit fontScale="92500"/>
          </a:bodyPr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MX" sz="2500" b="1">
                <a:solidFill>
                  <a:srgbClr val="002060"/>
                </a:solidFill>
                <a:latin typeface="Arial"/>
                <a:cs typeface="Arial"/>
              </a:rPr>
              <a:t>4. </a:t>
            </a:r>
            <a:r>
              <a:rPr lang="es-MX" sz="24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Construir insumos de procedimientos para  el diseño y desarrollo de Tecnología y sistemas de información</a:t>
            </a:r>
            <a:endParaRPr lang="es-ES" sz="2400">
              <a:ea typeface="Calibri"/>
              <a:cs typeface="Calibri"/>
            </a:endParaRPr>
          </a:p>
          <a:p>
            <a:pPr marL="0" indent="0" algn="just">
              <a:buNone/>
            </a:pPr>
            <a:r>
              <a:rPr lang="es-MX" sz="2400">
                <a:solidFill>
                  <a:srgbClr val="000000"/>
                </a:solidFill>
                <a:ea typeface="Calibri"/>
                <a:cs typeface="Calibri"/>
              </a:rPr>
              <a:t>Construir procedimientos orientados a la articulación entre áreas que permitan seguir los pasos entre áreas, es decir la trazabilidad.</a:t>
            </a:r>
          </a:p>
          <a:p>
            <a:pPr marL="228600" indent="-228600" algn="just">
              <a:buNone/>
            </a:pPr>
            <a:endParaRPr lang="es-MX" sz="2500" b="1">
              <a:solidFill>
                <a:srgbClr val="002060"/>
              </a:solidFill>
              <a:latin typeface="Arial"/>
              <a:ea typeface="Calibri"/>
              <a:cs typeface="Arial"/>
            </a:endParaRPr>
          </a:p>
          <a:p>
            <a:pPr marL="228600" indent="-228600" algn="ctr">
              <a:buNone/>
            </a:pPr>
            <a:endParaRPr lang="es-MX" sz="2500" b="1">
              <a:solidFill>
                <a:srgbClr val="002060"/>
              </a:solidFill>
              <a:latin typeface="Calibri"/>
              <a:ea typeface="Calibri"/>
              <a:cs typeface="Arial"/>
            </a:endParaRPr>
          </a:p>
          <a:p>
            <a:pPr marL="228600" indent="-228600" algn="ctr">
              <a:buFont typeface="Arial" pitchFamily="34" charset="0"/>
              <a:buNone/>
            </a:pPr>
            <a:endParaRPr lang="es-MX" sz="2500" b="1">
              <a:solidFill>
                <a:srgbClr val="002060"/>
              </a:solidFill>
              <a:latin typeface="Arial"/>
              <a:ea typeface="Calibri"/>
              <a:cs typeface="Arial"/>
            </a:endParaRPr>
          </a:p>
          <a:p>
            <a:pPr marL="0" indent="0">
              <a:buFont typeface="Arial" pitchFamily="34" charset="0"/>
              <a:buNone/>
            </a:pPr>
            <a:endParaRPr lang="es-MX" sz="2100" b="1">
              <a:ea typeface="Calibri"/>
              <a:cs typeface="Calibri"/>
            </a:endParaRPr>
          </a:p>
          <a:p>
            <a:pPr marL="0" indent="0" algn="just">
              <a:buFont typeface="Arial" pitchFamily="34" charset="0"/>
              <a:buNone/>
            </a:pPr>
            <a:endParaRPr lang="es-MX">
              <a:ea typeface="Calibri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es-MX"/>
          </a:p>
          <a:p>
            <a:pPr marL="0" indent="0">
              <a:buFont typeface="Arial" pitchFamily="34" charset="0"/>
              <a:buNone/>
            </a:pPr>
            <a:endParaRPr lang="es-MX"/>
          </a:p>
          <a:p>
            <a:pPr marL="0" indent="0">
              <a:buNone/>
            </a:pPr>
            <a:endParaRPr lang="es-MX" sz="2100">
              <a:ea typeface="Calibri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es-MX">
              <a:ea typeface="Calibri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es-MX" sz="2100">
              <a:ea typeface="Calibri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es-MX"/>
          </a:p>
          <a:p>
            <a:pPr marL="0" indent="0">
              <a:buFont typeface="Arial" pitchFamily="34" charset="0"/>
              <a:buNone/>
            </a:pPr>
            <a:endParaRPr lang="es-MX"/>
          </a:p>
          <a:p>
            <a:pPr marL="0" indent="0">
              <a:buNone/>
            </a:pPr>
            <a:endParaRPr lang="es-MX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9965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7286F-FDAB-419E-B2E3-A6619F7C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89518"/>
            <a:ext cx="11553952" cy="526629"/>
          </a:xfrm>
        </p:spPr>
        <p:txBody>
          <a:bodyPr>
            <a:noAutofit/>
          </a:bodyPr>
          <a:lstStyle/>
          <a:p>
            <a:r>
              <a:rPr lang="es-MX" sz="2900" b="1">
                <a:solidFill>
                  <a:schemeClr val="tx2"/>
                </a:solidFill>
              </a:rPr>
              <a:t>Levantamiento y actualización de procesos </a:t>
            </a:r>
            <a:br>
              <a:rPr lang="es-MX" sz="2900" b="1">
                <a:solidFill>
                  <a:schemeClr val="tx2"/>
                </a:solidFill>
              </a:rPr>
            </a:br>
            <a:r>
              <a:rPr lang="es-MX" sz="2900" b="1">
                <a:solidFill>
                  <a:schemeClr val="tx2"/>
                </a:solidFill>
              </a:rPr>
              <a:t>en un sistema de gestión de calidad</a:t>
            </a:r>
            <a:endParaRPr lang="es-ES">
              <a:solidFill>
                <a:schemeClr val="tx2"/>
              </a:solidFill>
            </a:endParaRP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C1FAFC5C-4CA5-A2F0-73F9-D60236E11A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991474"/>
              </p:ext>
            </p:extLst>
          </p:nvPr>
        </p:nvGraphicFramePr>
        <p:xfrm>
          <a:off x="1601733" y="-480848"/>
          <a:ext cx="9426356" cy="6419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91" name="CuadroTexto 1290">
            <a:extLst>
              <a:ext uri="{FF2B5EF4-FFF2-40B4-BE49-F238E27FC236}">
                <a16:creationId xmlns:a16="http://schemas.microsoft.com/office/drawing/2014/main" id="{69A6D11B-8D54-0BD8-9798-CD16E026A5E5}"/>
              </a:ext>
            </a:extLst>
          </p:cNvPr>
          <p:cNvSpPr txBox="1"/>
          <p:nvPr/>
        </p:nvSpPr>
        <p:spPr>
          <a:xfrm>
            <a:off x="2244232" y="1192377"/>
            <a:ext cx="228709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1400"/>
              <a:t>Dificultad intermedia con procesos estables</a:t>
            </a:r>
            <a:endParaRPr lang="es-ES" sz="1400">
              <a:solidFill>
                <a:srgbClr val="000000"/>
              </a:solidFill>
            </a:endParaRPr>
          </a:p>
        </p:txBody>
      </p:sp>
      <p:sp>
        <p:nvSpPr>
          <p:cNvPr id="1630" name="CuadroTexto 1629">
            <a:extLst>
              <a:ext uri="{FF2B5EF4-FFF2-40B4-BE49-F238E27FC236}">
                <a16:creationId xmlns:a16="http://schemas.microsoft.com/office/drawing/2014/main" id="{C42AD49E-BB29-002B-94B5-CF27C647C4B2}"/>
              </a:ext>
            </a:extLst>
          </p:cNvPr>
          <p:cNvSpPr txBox="1"/>
          <p:nvPr/>
        </p:nvSpPr>
        <p:spPr>
          <a:xfrm>
            <a:off x="1901907" y="3008968"/>
            <a:ext cx="220265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200"/>
              <a:t>Sin requerimientos para un sistema informático</a:t>
            </a:r>
            <a:endParaRPr lang="es-ES" sz="1200">
              <a:solidFill>
                <a:srgbClr val="000000"/>
              </a:solidFill>
            </a:endParaRPr>
          </a:p>
        </p:txBody>
      </p:sp>
      <p:sp>
        <p:nvSpPr>
          <p:cNvPr id="1631" name="CuadroTexto 1630">
            <a:extLst>
              <a:ext uri="{FF2B5EF4-FFF2-40B4-BE49-F238E27FC236}">
                <a16:creationId xmlns:a16="http://schemas.microsoft.com/office/drawing/2014/main" id="{514DBB40-13CB-E54C-F0BC-BD00FF1D271D}"/>
              </a:ext>
            </a:extLst>
          </p:cNvPr>
          <p:cNvSpPr txBox="1"/>
          <p:nvPr/>
        </p:nvSpPr>
        <p:spPr>
          <a:xfrm>
            <a:off x="5020851" y="2951817"/>
            <a:ext cx="278948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200"/>
              <a:t>Cumple requerimientos para un sistema informático ya hecho (SAP, ORACLE, ODOO), otros</a:t>
            </a:r>
            <a:endParaRPr lang="es-ES" sz="1200">
              <a:solidFill>
                <a:srgbClr val="000000"/>
              </a:solidFill>
            </a:endParaRPr>
          </a:p>
        </p:txBody>
      </p:sp>
      <p:sp>
        <p:nvSpPr>
          <p:cNvPr id="1912" name="CuadroTexto 1911">
            <a:extLst>
              <a:ext uri="{FF2B5EF4-FFF2-40B4-BE49-F238E27FC236}">
                <a16:creationId xmlns:a16="http://schemas.microsoft.com/office/drawing/2014/main" id="{39027C6A-AEDE-9875-0F75-DDCDE2203F12}"/>
              </a:ext>
            </a:extLst>
          </p:cNvPr>
          <p:cNvSpPr txBox="1"/>
          <p:nvPr/>
        </p:nvSpPr>
        <p:spPr>
          <a:xfrm>
            <a:off x="8324247" y="2975056"/>
            <a:ext cx="238781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>
                <a:latin typeface="Calibri"/>
                <a:ea typeface="Calibri"/>
                <a:cs typeface="Calibri"/>
              </a:rPr>
              <a:t>Debe cumplir los requerimientos para estructurar un sistema informático desde cero.</a:t>
            </a:r>
            <a:endParaRPr lang="es-ES"/>
          </a:p>
        </p:txBody>
      </p:sp>
      <p:sp>
        <p:nvSpPr>
          <p:cNvPr id="2529" name="CuadroTexto 2528">
            <a:extLst>
              <a:ext uri="{FF2B5EF4-FFF2-40B4-BE49-F238E27FC236}">
                <a16:creationId xmlns:a16="http://schemas.microsoft.com/office/drawing/2014/main" id="{0CF1FC88-1021-BE61-B8CC-F607BBA66279}"/>
              </a:ext>
            </a:extLst>
          </p:cNvPr>
          <p:cNvSpPr txBox="1"/>
          <p:nvPr/>
        </p:nvSpPr>
        <p:spPr>
          <a:xfrm>
            <a:off x="1604194" y="4098759"/>
            <a:ext cx="2404788" cy="14860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s-ES"/>
              <a:t>Actualización de pasos, políticas, formatos no necesariamente por procesos</a:t>
            </a:r>
          </a:p>
        </p:txBody>
      </p:sp>
      <p:sp>
        <p:nvSpPr>
          <p:cNvPr id="2538" name="CuadroTexto 2537">
            <a:extLst>
              <a:ext uri="{FF2B5EF4-FFF2-40B4-BE49-F238E27FC236}">
                <a16:creationId xmlns:a16="http://schemas.microsoft.com/office/drawing/2014/main" id="{A970B858-A0C0-E302-9047-05BE929D6EBA}"/>
              </a:ext>
            </a:extLst>
          </p:cNvPr>
          <p:cNvSpPr txBox="1"/>
          <p:nvPr/>
        </p:nvSpPr>
        <p:spPr>
          <a:xfrm>
            <a:off x="4678471" y="4098758"/>
            <a:ext cx="6433752" cy="19543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s-ES">
                <a:solidFill>
                  <a:srgbClr val="000000"/>
                </a:solidFill>
              </a:rPr>
              <a:t>Los procesos deben llevar </a:t>
            </a:r>
            <a:r>
              <a:rPr lang="es-ES" b="1">
                <a:solidFill>
                  <a:srgbClr val="000000"/>
                </a:solidFill>
              </a:rPr>
              <a:t>interconexiones por procesos</a:t>
            </a:r>
            <a:r>
              <a:rPr lang="es-ES">
                <a:solidFill>
                  <a:srgbClr val="000000"/>
                </a:solidFill>
              </a:rPr>
              <a:t> </a:t>
            </a:r>
            <a:endParaRPr lang="es-ES" sz="17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Mayor nivel de detalle para la estructuración y confección de la posterior digitalización y automatización de procesos.</a:t>
            </a:r>
            <a:endParaRPr lang="es-ES" sz="17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Requiere que la institución transiciones de una gestión por funciones a la gestión por procesos</a:t>
            </a:r>
          </a:p>
          <a:p>
            <a:pPr marL="285750" indent="-285750" algn="l"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Tiempo de confección y estructuración.</a:t>
            </a:r>
          </a:p>
        </p:txBody>
      </p:sp>
      <p:sp>
        <p:nvSpPr>
          <p:cNvPr id="2540" name="Elipse 2539">
            <a:extLst>
              <a:ext uri="{FF2B5EF4-FFF2-40B4-BE49-F238E27FC236}">
                <a16:creationId xmlns:a16="http://schemas.microsoft.com/office/drawing/2014/main" id="{96C27088-88CA-5D38-B332-CED6B9E0A066}"/>
              </a:ext>
            </a:extLst>
          </p:cNvPr>
          <p:cNvSpPr/>
          <p:nvPr/>
        </p:nvSpPr>
        <p:spPr>
          <a:xfrm>
            <a:off x="1676043" y="1196646"/>
            <a:ext cx="440531" cy="404812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41" name="Elipse 2540">
            <a:extLst>
              <a:ext uri="{FF2B5EF4-FFF2-40B4-BE49-F238E27FC236}">
                <a16:creationId xmlns:a16="http://schemas.microsoft.com/office/drawing/2014/main" id="{BFAC0EFC-85F8-617B-626C-DF4BC9138FAD}"/>
              </a:ext>
            </a:extLst>
          </p:cNvPr>
          <p:cNvSpPr/>
          <p:nvPr/>
        </p:nvSpPr>
        <p:spPr>
          <a:xfrm>
            <a:off x="4872939" y="1196645"/>
            <a:ext cx="440531" cy="40481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63" name="CuadroTexto 2562">
            <a:extLst>
              <a:ext uri="{FF2B5EF4-FFF2-40B4-BE49-F238E27FC236}">
                <a16:creationId xmlns:a16="http://schemas.microsoft.com/office/drawing/2014/main" id="{40364E1D-EF4B-7686-7006-C9A8A3342C56}"/>
              </a:ext>
            </a:extLst>
          </p:cNvPr>
          <p:cNvSpPr txBox="1"/>
          <p:nvPr/>
        </p:nvSpPr>
        <p:spPr>
          <a:xfrm>
            <a:off x="5318506" y="1227410"/>
            <a:ext cx="248854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1400"/>
              <a:t>Dificultad intermedia-alta con procesos adaptados al sistema.</a:t>
            </a:r>
            <a:endParaRPr lang="es-ES" sz="1400">
              <a:solidFill>
                <a:srgbClr val="000000"/>
              </a:solidFill>
            </a:endParaRPr>
          </a:p>
        </p:txBody>
      </p:sp>
      <p:sp>
        <p:nvSpPr>
          <p:cNvPr id="2564" name="Elipse 2563">
            <a:extLst>
              <a:ext uri="{FF2B5EF4-FFF2-40B4-BE49-F238E27FC236}">
                <a16:creationId xmlns:a16="http://schemas.microsoft.com/office/drawing/2014/main" id="{343B5137-9FC9-D4D8-C8F5-17969DAC6F1B}"/>
              </a:ext>
            </a:extLst>
          </p:cNvPr>
          <p:cNvSpPr/>
          <p:nvPr/>
        </p:nvSpPr>
        <p:spPr>
          <a:xfrm>
            <a:off x="8201214" y="1196643"/>
            <a:ext cx="440531" cy="42232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610" name="Imagen 2609">
            <a:extLst>
              <a:ext uri="{FF2B5EF4-FFF2-40B4-BE49-F238E27FC236}">
                <a16:creationId xmlns:a16="http://schemas.microsoft.com/office/drawing/2014/main" id="{E88FCB01-F168-B97D-F825-FA7B3FDD979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825336" y="3411869"/>
            <a:ext cx="3783340" cy="3108925"/>
          </a:xfrm>
          <a:prstGeom prst="rect">
            <a:avLst/>
          </a:prstGeom>
        </p:spPr>
      </p:pic>
      <p:sp>
        <p:nvSpPr>
          <p:cNvPr id="2565" name="CuadroTexto 2564">
            <a:extLst>
              <a:ext uri="{FF2B5EF4-FFF2-40B4-BE49-F238E27FC236}">
                <a16:creationId xmlns:a16="http://schemas.microsoft.com/office/drawing/2014/main" id="{F13B34AB-C621-AE68-4292-34CAAF959C98}"/>
              </a:ext>
            </a:extLst>
          </p:cNvPr>
          <p:cNvSpPr txBox="1"/>
          <p:nvPr/>
        </p:nvSpPr>
        <p:spPr>
          <a:xfrm>
            <a:off x="8646781" y="1227409"/>
            <a:ext cx="228709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1400"/>
              <a:t>Dificultad alta con procesos a la medida</a:t>
            </a:r>
            <a:endParaRPr lang="es-ES" sz="1400">
              <a:solidFill>
                <a:srgbClr val="000000"/>
              </a:solidFill>
            </a:endParaRPr>
          </a:p>
        </p:txBody>
      </p:sp>
      <p:sp>
        <p:nvSpPr>
          <p:cNvPr id="2566" name="Cerrar llave 2565">
            <a:extLst>
              <a:ext uri="{FF2B5EF4-FFF2-40B4-BE49-F238E27FC236}">
                <a16:creationId xmlns:a16="http://schemas.microsoft.com/office/drawing/2014/main" id="{BDB098F3-0ABD-2B86-9BCE-0CB5EB94B432}"/>
              </a:ext>
            </a:extLst>
          </p:cNvPr>
          <p:cNvSpPr/>
          <p:nvPr/>
        </p:nvSpPr>
        <p:spPr>
          <a:xfrm rot="5400000">
            <a:off x="7678288" y="649410"/>
            <a:ext cx="515524" cy="6378189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5032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75AD5-31F0-E807-6332-80906F123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AB737-9597-FBE4-A16B-8C5DB3B8E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18068"/>
            <a:ext cx="11553952" cy="526629"/>
          </a:xfrm>
        </p:spPr>
        <p:txBody>
          <a:bodyPr>
            <a:noAutofit/>
          </a:bodyPr>
          <a:lstStyle/>
          <a:p>
            <a:r>
              <a:rPr lang="es-MX" sz="2900" b="1">
                <a:solidFill>
                  <a:schemeClr val="tx2"/>
                </a:solidFill>
              </a:rPr>
              <a:t>Propuesta de formatos nuevos para el levantamiento y actualización.</a:t>
            </a:r>
            <a:endParaRPr lang="es-SV" sz="2900" b="1">
              <a:solidFill>
                <a:schemeClr val="tx2"/>
              </a:solidFill>
              <a:ea typeface="Calibri"/>
              <a:cs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DF2943-44B9-A385-3A73-BC843D2A4D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48" t="12222" r="21297" b="6296"/>
          <a:stretch/>
        </p:blipFill>
        <p:spPr>
          <a:xfrm>
            <a:off x="814439" y="1346898"/>
            <a:ext cx="4411865" cy="4754649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D7EE418-4B98-273E-3519-E2CD7E05B199}"/>
              </a:ext>
            </a:extLst>
          </p:cNvPr>
          <p:cNvSpPr txBox="1"/>
          <p:nvPr/>
        </p:nvSpPr>
        <p:spPr>
          <a:xfrm>
            <a:off x="2060449" y="644697"/>
            <a:ext cx="1281471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 defTabSz="609630" rtl="0"/>
            <a:endParaRPr lang="es-MX" sz="1200" b="1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algn="ctr" defTabSz="609630" rtl="0"/>
            <a:r>
              <a:rPr lang="es-MX" sz="1200" b="1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Actual</a:t>
            </a:r>
          </a:p>
          <a:p>
            <a:pPr algn="ctr" defTabSz="609630" rtl="0"/>
            <a:endParaRPr lang="es-SV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075F40C-C6BC-61CE-B5E2-2C35097B7471}"/>
              </a:ext>
            </a:extLst>
          </p:cNvPr>
          <p:cNvSpPr txBox="1"/>
          <p:nvPr/>
        </p:nvSpPr>
        <p:spPr>
          <a:xfrm>
            <a:off x="7991856" y="617838"/>
            <a:ext cx="1473200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 defTabSz="609630" rtl="0"/>
            <a:r>
              <a:rPr lang="es-MX" sz="1200" b="1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Formato de actualización/ Levantamiento</a:t>
            </a:r>
            <a:endParaRPr lang="es-SV" sz="1200" b="1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EE47C16-D575-CBE4-573E-4335E27715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519" t="19912" r="51185" b="7318"/>
          <a:stretch/>
        </p:blipFill>
        <p:spPr>
          <a:xfrm>
            <a:off x="6185408" y="1260250"/>
            <a:ext cx="4909312" cy="499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4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4EBC79-629B-44B0-9E2D-54DD8FFC6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625" y="325637"/>
            <a:ext cx="11836400" cy="61976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es-MX"/>
          </a:p>
          <a:p>
            <a:pPr marL="342900" indent="-342900">
              <a:buFont typeface="Arial" pitchFamily="34" charset="0"/>
              <a:buAutoNum type="arabicPeriod"/>
            </a:pPr>
            <a:r>
              <a:rPr lang="es-MX" sz="2100"/>
              <a:t>Tomaremos el mapa de procesos 2023 y sus respectivos procedimientos como referencia.</a:t>
            </a:r>
            <a:endParaRPr lang="es-SV" sz="21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MX" sz="2100"/>
              <a:t>2. Aplicando una metodología ágil se levanta el procedimiento que dará los insumos antes mencionados</a:t>
            </a:r>
            <a:endParaRPr lang="es-MX" sz="2100">
              <a:ea typeface="Calibri"/>
              <a:cs typeface="Calibri"/>
            </a:endParaRPr>
          </a:p>
          <a:p>
            <a:pPr marL="495300" lvl="1" indent="-190500"/>
            <a:r>
              <a:rPr lang="es-MX" sz="1850" b="1">
                <a:solidFill>
                  <a:schemeClr val="tx2"/>
                </a:solidFill>
              </a:rPr>
              <a:t>Taller en equipos de trabajo:</a:t>
            </a:r>
            <a:endParaRPr lang="es-MX" sz="1850" b="1">
              <a:solidFill>
                <a:schemeClr val="tx2"/>
              </a:solidFill>
              <a:ea typeface="Calibri"/>
              <a:cs typeface="Calibri"/>
            </a:endParaRPr>
          </a:p>
          <a:p>
            <a:pPr marL="762000" lvl="2" indent="-152400"/>
            <a:r>
              <a:rPr lang="es-MX" b="1">
                <a:solidFill>
                  <a:schemeClr val="tx2"/>
                </a:solidFill>
              </a:rPr>
              <a:t>Dirección de Calidad </a:t>
            </a:r>
            <a:r>
              <a:rPr lang="es-MX">
                <a:solidFill>
                  <a:schemeClr val="tx2"/>
                </a:solidFill>
              </a:rPr>
              <a:t>(Orienta la sesión y Llenando el formato guía de levantamiento).</a:t>
            </a:r>
            <a:endParaRPr lang="es-MX">
              <a:solidFill>
                <a:schemeClr val="tx2"/>
              </a:solidFill>
              <a:ea typeface="Calibri"/>
              <a:cs typeface="Calibri"/>
            </a:endParaRPr>
          </a:p>
          <a:p>
            <a:pPr marL="762000" lvl="2" indent="-152400"/>
            <a:r>
              <a:rPr lang="es-MX" b="1">
                <a:solidFill>
                  <a:schemeClr val="tx2"/>
                </a:solidFill>
              </a:rPr>
              <a:t>Dirección de Transformación Digital </a:t>
            </a:r>
            <a:r>
              <a:rPr lang="es-MX">
                <a:solidFill>
                  <a:schemeClr val="tx2"/>
                </a:solidFill>
              </a:rPr>
              <a:t>(Apoya el levantamiento de formato guía con orientación de mejoras de TD).</a:t>
            </a:r>
            <a:endParaRPr lang="es-MX">
              <a:solidFill>
                <a:schemeClr val="tx2"/>
              </a:solidFill>
              <a:ea typeface="Calibri"/>
              <a:cs typeface="Calibri"/>
            </a:endParaRPr>
          </a:p>
          <a:p>
            <a:pPr marL="762000" lvl="2" indent="-152400"/>
            <a:r>
              <a:rPr lang="es-MX" b="1">
                <a:solidFill>
                  <a:schemeClr val="tx2"/>
                </a:solidFill>
              </a:rPr>
              <a:t>Subgerencia de TI </a:t>
            </a:r>
            <a:r>
              <a:rPr lang="es-MX">
                <a:solidFill>
                  <a:schemeClr val="tx2"/>
                </a:solidFill>
              </a:rPr>
              <a:t>(Levanta durante la misma sesión las historias de usuario, es decir requisitos del sistema para análisis y viabilidad).</a:t>
            </a:r>
            <a:endParaRPr lang="es-MX">
              <a:solidFill>
                <a:schemeClr val="tx2"/>
              </a:solidFill>
              <a:ea typeface="Calibri"/>
              <a:cs typeface="Calibri"/>
            </a:endParaRPr>
          </a:p>
          <a:p>
            <a:pPr marL="762000" lvl="2" indent="-152400"/>
            <a:r>
              <a:rPr lang="es-MX" b="1">
                <a:solidFill>
                  <a:schemeClr val="tx2"/>
                </a:solidFill>
              </a:rPr>
              <a:t>Auditoría </a:t>
            </a:r>
            <a:r>
              <a:rPr lang="es-MX">
                <a:solidFill>
                  <a:schemeClr val="tx2"/>
                </a:solidFill>
              </a:rPr>
              <a:t>(Orientación para identificar  los riesgos y su mitigación).</a:t>
            </a:r>
            <a:endParaRPr lang="es-MX">
              <a:solidFill>
                <a:schemeClr val="tx2"/>
              </a:solidFill>
              <a:ea typeface="Calibri"/>
              <a:cs typeface="Calibri"/>
            </a:endParaRPr>
          </a:p>
          <a:p>
            <a:pPr marL="762000" lvl="2" indent="-152400"/>
            <a:r>
              <a:rPr lang="es-MX" b="1">
                <a:solidFill>
                  <a:schemeClr val="tx2"/>
                </a:solidFill>
              </a:rPr>
              <a:t>Finanzas</a:t>
            </a:r>
            <a:r>
              <a:rPr lang="es-MX">
                <a:solidFill>
                  <a:schemeClr val="tx2"/>
                </a:solidFill>
              </a:rPr>
              <a:t> (identifica conexiones entre la operación y las finanzas).</a:t>
            </a:r>
            <a:endParaRPr lang="es-MX">
              <a:solidFill>
                <a:schemeClr val="tx2"/>
              </a:solidFill>
              <a:ea typeface="Calibri"/>
              <a:cs typeface="Calibri"/>
            </a:endParaRPr>
          </a:p>
          <a:p>
            <a:pPr marL="762000" lvl="2" indent="-152400"/>
            <a:r>
              <a:rPr lang="es-MX" b="1">
                <a:solidFill>
                  <a:schemeClr val="tx2"/>
                </a:solidFill>
              </a:rPr>
              <a:t>Líder del proceso </a:t>
            </a:r>
            <a:r>
              <a:rPr lang="es-MX">
                <a:solidFill>
                  <a:schemeClr val="tx2"/>
                </a:solidFill>
              </a:rPr>
              <a:t>(narrativa, formularios, validación, pasos, autorizaciones, consulta a equipos, riesgos, requerimientos a TI.)</a:t>
            </a:r>
            <a:endParaRPr lang="es-MX">
              <a:solidFill>
                <a:schemeClr val="tx2"/>
              </a:solidFill>
              <a:ea typeface="Calibri"/>
              <a:cs typeface="Calibri"/>
            </a:endParaRPr>
          </a:p>
          <a:p>
            <a:pPr marL="762000" lvl="2" indent="-152400"/>
            <a:r>
              <a:rPr lang="es-MX" b="1">
                <a:solidFill>
                  <a:schemeClr val="tx2"/>
                </a:solidFill>
              </a:rPr>
              <a:t>Ejecutor de proceso </a:t>
            </a:r>
            <a:r>
              <a:rPr lang="es-MX">
                <a:solidFill>
                  <a:schemeClr val="tx2"/>
                </a:solidFill>
              </a:rPr>
              <a:t>(complementa la narrativa y el procedimiento, riesgos, requerimientos a TI).</a:t>
            </a:r>
            <a:endParaRPr lang="es-MX">
              <a:solidFill>
                <a:schemeClr val="tx2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MX" sz="2100"/>
              <a:t>3. Desarrollar  prueba piloto (Semana del 3 al 7  de Noviembre).</a:t>
            </a:r>
            <a:endParaRPr lang="es-MX" sz="2100">
              <a:ea typeface="Calibri"/>
              <a:cs typeface="Calibri"/>
            </a:endParaRPr>
          </a:p>
          <a:p>
            <a:pPr marL="495300" lvl="1" indent="-190500"/>
            <a:r>
              <a:rPr lang="es-MX" sz="1850" b="1">
                <a:solidFill>
                  <a:schemeClr val="tx2"/>
                </a:solidFill>
              </a:rPr>
              <a:t>Procedimiento de Reclutamiento, Selección y Contratación para validar los nuevos formatos y metodología.</a:t>
            </a:r>
            <a:endParaRPr lang="es-MX" sz="1850" b="1">
              <a:solidFill>
                <a:schemeClr val="tx2"/>
              </a:solidFill>
              <a:ea typeface="Calibri"/>
              <a:cs typeface="Calibri"/>
            </a:endParaRPr>
          </a:p>
          <a:p>
            <a:pPr marL="495300" lvl="1" indent="-190500"/>
            <a:r>
              <a:rPr lang="es-MX" sz="1850" b="1">
                <a:solidFill>
                  <a:schemeClr val="tx2"/>
                </a:solidFill>
              </a:rPr>
              <a:t>Se toma nota del aprendizaje, lecciones aprendidas, factores críticos del éxito, requerimientos para el ERP.</a:t>
            </a:r>
            <a:endParaRPr lang="es-MX" sz="1850" b="1">
              <a:solidFill>
                <a:schemeClr val="tx2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MX" sz="2100"/>
              <a:t> 4. Se estiman dos actualizaciones de procedimientos por semana con esta metodología (a validar con la prueba piloto).</a:t>
            </a:r>
            <a:endParaRPr lang="es-MX" sz="2100">
              <a:ea typeface="Calibri"/>
              <a:cs typeface="Calibri"/>
            </a:endParaRPr>
          </a:p>
          <a:p>
            <a:pPr marL="76200" indent="0">
              <a:buNone/>
            </a:pPr>
            <a:r>
              <a:rPr lang="es-MX" sz="2100"/>
              <a:t>5. Etapa de interconsultas.</a:t>
            </a:r>
            <a:endParaRPr lang="es-MX" sz="2100">
              <a:ea typeface="Calibri"/>
              <a:cs typeface="Calibri"/>
            </a:endParaRPr>
          </a:p>
          <a:p>
            <a:pPr marL="647700" lvl="1" indent="-304800"/>
            <a:r>
              <a:rPr lang="es-MX" sz="1850" b="1">
                <a:solidFill>
                  <a:schemeClr val="tx2"/>
                </a:solidFill>
              </a:rPr>
              <a:t>Mecanismos de interconsultas de TI-Calidad-Usuario</a:t>
            </a:r>
            <a:endParaRPr lang="es-MX" sz="1850" b="1">
              <a:solidFill>
                <a:schemeClr val="tx2"/>
              </a:solidFill>
              <a:ea typeface="Calibri"/>
              <a:cs typeface="Calibri"/>
            </a:endParaRPr>
          </a:p>
          <a:p>
            <a:pPr marL="647700" lvl="1" indent="-304800"/>
            <a:r>
              <a:rPr lang="es-MX" sz="1850" b="1">
                <a:solidFill>
                  <a:schemeClr val="tx2"/>
                </a:solidFill>
              </a:rPr>
              <a:t>Mecanismos de autorización</a:t>
            </a:r>
            <a:r>
              <a:rPr lang="es-MX" sz="1850">
                <a:solidFill>
                  <a:schemeClr val="tx2"/>
                </a:solidFill>
              </a:rPr>
              <a:t>.</a:t>
            </a:r>
            <a:endParaRPr lang="es-MX" sz="1850">
              <a:solidFill>
                <a:schemeClr val="tx2"/>
              </a:solidFill>
              <a:ea typeface="Calibri"/>
              <a:cs typeface="Calibri"/>
            </a:endParaRPr>
          </a:p>
          <a:p>
            <a:pPr marL="342900" lvl="1" indent="0">
              <a:buNone/>
            </a:pPr>
            <a:endParaRPr lang="es-MX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ABE1FD-C5F8-47F3-958F-E267455439F4}"/>
              </a:ext>
            </a:extLst>
          </p:cNvPr>
          <p:cNvSpPr txBox="1"/>
          <p:nvPr/>
        </p:nvSpPr>
        <p:spPr>
          <a:xfrm>
            <a:off x="1013333" y="229989"/>
            <a:ext cx="997483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609630" rtl="0"/>
            <a:r>
              <a:rPr lang="es-MX" sz="2400" b="1" kern="1200">
                <a:solidFill>
                  <a:srgbClr val="002060"/>
                </a:solidFill>
                <a:latin typeface="Calibri"/>
                <a:ea typeface="+mn-ea"/>
                <a:cs typeface="+mn-cs"/>
              </a:rPr>
              <a:t>Metodología para el levantamiento y actualización del manual de procesos.</a:t>
            </a:r>
            <a:endParaRPr lang="es-SV" sz="2400" b="1" kern="12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74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1893C-799C-B9B2-4614-4BAC90054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1B519D0-4E83-D0F0-0F30-ED3973829C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1556861"/>
              </p:ext>
            </p:extLst>
          </p:nvPr>
        </p:nvGraphicFramePr>
        <p:xfrm>
          <a:off x="885063" y="612013"/>
          <a:ext cx="10381361" cy="57946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" name="Título 23">
            <a:extLst>
              <a:ext uri="{FF2B5EF4-FFF2-40B4-BE49-F238E27FC236}">
                <a16:creationId xmlns:a16="http://schemas.microsoft.com/office/drawing/2014/main" id="{2A86DB67-A0F7-58FA-256D-B6A8D2CF2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775" y="2117"/>
            <a:ext cx="6181725" cy="762000"/>
          </a:xfrm>
        </p:spPr>
        <p:txBody>
          <a:bodyPr>
            <a:normAutofit fontScale="90000"/>
          </a:bodyPr>
          <a:lstStyle/>
          <a:p>
            <a:r>
              <a:rPr lang="es-ES" sz="2900" b="1">
                <a:solidFill>
                  <a:schemeClr val="tx2"/>
                </a:solidFill>
                <a:ea typeface="Calibri"/>
                <a:cs typeface="Calibri"/>
              </a:rPr>
              <a:t>Resultados esperados de la metodología</a:t>
            </a:r>
          </a:p>
        </p:txBody>
      </p:sp>
    </p:spTree>
    <p:extLst>
      <p:ext uri="{BB962C8B-B14F-4D97-AF65-F5344CB8AC3E}">
        <p14:creationId xmlns:p14="http://schemas.microsoft.com/office/powerpoint/2010/main" val="2027945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6D32C-95EA-4A6B-A304-972A3406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3925" y="0"/>
            <a:ext cx="6057900" cy="552450"/>
          </a:xfrm>
        </p:spPr>
        <p:txBody>
          <a:bodyPr>
            <a:normAutofit fontScale="90000"/>
          </a:bodyPr>
          <a:lstStyle/>
          <a:p>
            <a:r>
              <a:rPr lang="es-MX" sz="2600" b="1">
                <a:solidFill>
                  <a:srgbClr val="002060"/>
                </a:solidFill>
              </a:rPr>
              <a:t>Línea de tiempo del plan trabajo de procesos.</a:t>
            </a:r>
            <a:endParaRPr lang="es-SV" sz="2600" b="1">
              <a:solidFill>
                <a:srgbClr val="002060"/>
              </a:solidFill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C88836B-EEDF-4CE7-810E-7E5A52BE7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229333"/>
              </p:ext>
            </p:extLst>
          </p:nvPr>
        </p:nvGraphicFramePr>
        <p:xfrm>
          <a:off x="266700" y="438150"/>
          <a:ext cx="11637176" cy="4165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294">
                  <a:extLst>
                    <a:ext uri="{9D8B030D-6E8A-4147-A177-3AD203B41FA5}">
                      <a16:colId xmlns:a16="http://schemas.microsoft.com/office/drawing/2014/main" val="3124946588"/>
                    </a:ext>
                  </a:extLst>
                </a:gridCol>
                <a:gridCol w="2586039">
                  <a:extLst>
                    <a:ext uri="{9D8B030D-6E8A-4147-A177-3AD203B41FA5}">
                      <a16:colId xmlns:a16="http://schemas.microsoft.com/office/drawing/2014/main" val="1160329773"/>
                    </a:ext>
                  </a:extLst>
                </a:gridCol>
                <a:gridCol w="3232549">
                  <a:extLst>
                    <a:ext uri="{9D8B030D-6E8A-4147-A177-3AD203B41FA5}">
                      <a16:colId xmlns:a16="http://schemas.microsoft.com/office/drawing/2014/main" val="1693230820"/>
                    </a:ext>
                  </a:extLst>
                </a:gridCol>
                <a:gridCol w="2909294">
                  <a:extLst>
                    <a:ext uri="{9D8B030D-6E8A-4147-A177-3AD203B41FA5}">
                      <a16:colId xmlns:a16="http://schemas.microsoft.com/office/drawing/2014/main" val="2827382428"/>
                    </a:ext>
                  </a:extLst>
                </a:gridCol>
              </a:tblGrid>
              <a:tr h="321468">
                <a:tc>
                  <a:txBody>
                    <a:bodyPr/>
                    <a:lstStyle/>
                    <a:p>
                      <a:pPr algn="ctr"/>
                      <a:r>
                        <a:rPr lang="es-MX" sz="1300" b="1"/>
                        <a:t>M</a:t>
                      </a:r>
                      <a:r>
                        <a:rPr lang="es-SV" sz="1300" b="1"/>
                        <a:t>es/Año</a:t>
                      </a:r>
                      <a:endParaRPr lang="es-SV" sz="1300"/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SV" sz="1300" b="1"/>
                        <a:t>Fase / Hito principal</a:t>
                      </a:r>
                      <a:endParaRPr lang="es-SV" sz="1300"/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SV" sz="1300" b="1"/>
                        <a:t>Procesos clave</a:t>
                      </a:r>
                      <a:endParaRPr lang="es-SV" sz="1300"/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SV" sz="1300" b="1"/>
                        <a:t>Entregable Institucional</a:t>
                      </a:r>
                      <a:endParaRPr lang="es-SV" sz="1300"/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565629962"/>
                  </a:ext>
                </a:extLst>
              </a:tr>
              <a:tr h="931113">
                <a:tc>
                  <a:txBody>
                    <a:bodyPr/>
                    <a:lstStyle/>
                    <a:p>
                      <a:pPr algn="l"/>
                      <a:r>
                        <a:rPr lang="es-MX" sz="1300"/>
                        <a:t>2025 (27 al 31 de octubre)</a:t>
                      </a:r>
                      <a:endParaRPr lang="es-SV" sz="1300"/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300"/>
                        <a:t>Realización actualización piloto.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300"/>
                        <a:t>(Reclutamiento, Selección y Contratación)</a:t>
                      </a:r>
                      <a:endParaRPr lang="es-SV" sz="1300"/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300"/>
                        <a:t>Procedimiento actualizado de Reclutamiento, Selección y Contratación </a:t>
                      </a:r>
                    </a:p>
                    <a:p>
                      <a:pPr algn="l"/>
                      <a:r>
                        <a:rPr lang="es-MX" sz="1300"/>
                        <a:t>Lecciones aprendidas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3928210"/>
                  </a:ext>
                </a:extLst>
              </a:tr>
              <a:tr h="728177">
                <a:tc>
                  <a:txBody>
                    <a:bodyPr/>
                    <a:lstStyle/>
                    <a:p>
                      <a:pPr algn="l"/>
                      <a:r>
                        <a:rPr lang="es-SV" sz="1300" b="1"/>
                        <a:t>2025 (3 al 7 de noviembre)</a:t>
                      </a:r>
                      <a:endParaRPr lang="es-SV" sz="1300"/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300"/>
                        <a:t>Depuración de metodología en base al piloto y depuración prioridades ERP con TI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3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(Reclutamiento, Selección y Contratación)</a:t>
                      </a:r>
                    </a:p>
                    <a:p>
                      <a:pPr lvl="0" algn="l">
                        <a:buNone/>
                      </a:pPr>
                      <a:endParaRPr lang="es-MX" sz="1300"/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300" b="1">
                          <a:solidFill>
                            <a:srgbClr val="002060"/>
                          </a:solidFill>
                        </a:rPr>
                        <a:t>Propuesta final de la metodología a ejecutar *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700511296"/>
                  </a:ext>
                </a:extLst>
              </a:tr>
              <a:tr h="728177">
                <a:tc>
                  <a:txBody>
                    <a:bodyPr/>
                    <a:lstStyle/>
                    <a:p>
                      <a:pPr algn="l"/>
                      <a:r>
                        <a:rPr lang="es-SV" sz="1300" b="1"/>
                        <a:t>2026 (10 de noviembre 2025 a 30 Junio 2026)</a:t>
                      </a:r>
                      <a:endParaRPr lang="es-SV" sz="1300"/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SV" sz="1300"/>
                        <a:t>Realizar actualización procedimientos académicos.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300"/>
                        <a:t>Académico (32 procedimientos estimados en base a manual de procesos junio 2023)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/>
                        <a:t>Procedimientos Académicos.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091216491"/>
                  </a:ext>
                </a:extLst>
              </a:tr>
              <a:tr h="728177">
                <a:tc>
                  <a:txBody>
                    <a:bodyPr/>
                    <a:lstStyle/>
                    <a:p>
                      <a:pPr algn="l"/>
                      <a:r>
                        <a:rPr lang="es-SV" sz="1300" b="1"/>
                        <a:t>2026 (Julio-Septiembre)</a:t>
                      </a:r>
                      <a:endParaRPr lang="es-SV" sz="1300"/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300"/>
                        <a:t>Continuar con actualización procedimientos Talento Humano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300"/>
                        <a:t>Talento Humano (6 procedimientos, estimados en base a manual de procesos junio 2023).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300"/>
                        <a:t>Procedimientos de Talento Humano. 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360383838"/>
                  </a:ext>
                </a:extLst>
              </a:tr>
              <a:tr h="728177">
                <a:tc>
                  <a:txBody>
                    <a:bodyPr/>
                    <a:lstStyle/>
                    <a:p>
                      <a:pPr algn="l"/>
                      <a:r>
                        <a:rPr lang="es-SV" sz="1300" b="1"/>
                        <a:t>2026 (Octubre-Diciembre)</a:t>
                      </a:r>
                      <a:endParaRPr lang="es-SV" sz="1300"/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300"/>
                        <a:t>Continuar con actualización Finanzas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SV" sz="1300"/>
                        <a:t>Finanzas (16 procedimientos, </a:t>
                      </a:r>
                      <a:r>
                        <a:rPr lang="es-MX" sz="1300"/>
                        <a:t>estimados en base a manual de procesos junio 2023</a:t>
                      </a:r>
                      <a:r>
                        <a:rPr lang="es-SV" sz="1300"/>
                        <a:t>)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/>
                        <a:t>Procedimientos de Finanzas.</a:t>
                      </a:r>
                      <a:endParaRPr lang="pt-BR" sz="1300" err="1"/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574080910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8EAC0144-6BD4-B960-D16D-2FAFDA1B1533}"/>
              </a:ext>
            </a:extLst>
          </p:cNvPr>
          <p:cNvSpPr txBox="1"/>
          <p:nvPr/>
        </p:nvSpPr>
        <p:spPr>
          <a:xfrm>
            <a:off x="261937" y="4605337"/>
            <a:ext cx="11644312" cy="17543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>
                <a:solidFill>
                  <a:srgbClr val="FFFFFF"/>
                </a:solidFill>
              </a:rPr>
              <a:t>*Nota: Esta línea de tiempo está elaborada en función de: </a:t>
            </a:r>
            <a:endParaRPr lang="es-ES"/>
          </a:p>
          <a:p>
            <a:pPr marL="342900" indent="-342900" algn="l">
              <a:buFont typeface="Arial"/>
              <a:buChar char="•"/>
            </a:pPr>
            <a:r>
              <a:rPr lang="es-ES">
                <a:solidFill>
                  <a:srgbClr val="FFFFFF"/>
                </a:solidFill>
              </a:rPr>
              <a:t>Un ritmo de actualización ágil de dos procedimientos por semana que será validado en el piloto . Existe la probabilidad que se requiera más tiempo por la curva de aprendizaje y el nivel de requerimiento para el ERP.</a:t>
            </a:r>
          </a:p>
          <a:p>
            <a:pPr marL="342900" indent="-342900" algn="l">
              <a:buFont typeface="Arial"/>
              <a:buChar char="•"/>
            </a:pPr>
            <a:r>
              <a:rPr lang="es-ES">
                <a:solidFill>
                  <a:srgbClr val="FFFFFF"/>
                </a:solidFill>
              </a:rPr>
              <a:t>Los procedimientos documentados actualmente: existe la probabilidad que se requieran levantar más procedimientos  al momento de la ejecución  debido a los requerimientos del sistema de información universitario ERP.</a:t>
            </a:r>
          </a:p>
        </p:txBody>
      </p:sp>
    </p:spTree>
    <p:extLst>
      <p:ext uri="{BB962C8B-B14F-4D97-AF65-F5344CB8AC3E}">
        <p14:creationId xmlns:p14="http://schemas.microsoft.com/office/powerpoint/2010/main" val="1151075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D4D09-6470-2D89-44E1-4FA56AC18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61B2FC29-B1FF-B5C0-8FED-BAA22D751AED}"/>
              </a:ext>
            </a:extLst>
          </p:cNvPr>
          <p:cNvSpPr/>
          <p:nvPr/>
        </p:nvSpPr>
        <p:spPr>
          <a:xfrm>
            <a:off x="5290100" y="3660702"/>
            <a:ext cx="6346015" cy="266428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69CF5EC7-F522-D2B0-398F-E181ABA4DA9C}"/>
              </a:ext>
            </a:extLst>
          </p:cNvPr>
          <p:cNvSpPr/>
          <p:nvPr/>
        </p:nvSpPr>
        <p:spPr>
          <a:xfrm>
            <a:off x="5277838" y="1105693"/>
            <a:ext cx="6242153" cy="24063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C05DEFCB-97CC-4372-8477-32C89C6F5A10}"/>
              </a:ext>
            </a:extLst>
          </p:cNvPr>
          <p:cNvSpPr/>
          <p:nvPr/>
        </p:nvSpPr>
        <p:spPr>
          <a:xfrm>
            <a:off x="452100" y="3678201"/>
            <a:ext cx="3733800" cy="2286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8F187A3-0120-89DA-25E5-A4B4FEB26584}"/>
              </a:ext>
            </a:extLst>
          </p:cNvPr>
          <p:cNvSpPr/>
          <p:nvPr/>
        </p:nvSpPr>
        <p:spPr>
          <a:xfrm>
            <a:off x="468442" y="1249276"/>
            <a:ext cx="3733800" cy="22861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7628968-AD0A-D57A-AEF8-3D8CED4E31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52034"/>
            <a:ext cx="11193145" cy="442171"/>
          </a:xfrm>
          <a:prstGeom prst="rect">
            <a:avLst/>
          </a:prstGeom>
        </p:spPr>
        <p:txBody>
          <a:bodyPr vert="horz" wrap="square" lIns="0" tIns="72135" rIns="0" bIns="0" rtlCol="0">
            <a:spAutoFit/>
          </a:bodyPr>
          <a:lstStyle/>
          <a:p>
            <a:pPr marL="2037080">
              <a:lnSpc>
                <a:spcPct val="100000"/>
              </a:lnSpc>
              <a:spcBef>
                <a:spcPts val="100"/>
              </a:spcBef>
            </a:pPr>
            <a:r>
              <a:rPr lang="es-MX" sz="2400" b="0" spc="-100">
                <a:solidFill>
                  <a:srgbClr val="4471C4"/>
                </a:solidFill>
                <a:latin typeface="Microsoft Sans Serif"/>
                <a:cs typeface="Microsoft Sans Serif"/>
              </a:rPr>
              <a:t>La Dirección de Transformación Digital se alinea al PEI a través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B8E3BA0-6ACD-E9CB-6CA1-08FFB17D8323}"/>
              </a:ext>
            </a:extLst>
          </p:cNvPr>
          <p:cNvSpPr txBox="1"/>
          <p:nvPr/>
        </p:nvSpPr>
        <p:spPr>
          <a:xfrm>
            <a:off x="5277838" y="1337589"/>
            <a:ext cx="62421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>
                <a:latin typeface="+mn-lt"/>
              </a:rPr>
              <a:t>Meta 18, ya que impulsa una </a:t>
            </a:r>
            <a:r>
              <a:rPr lang="es-MX" b="1">
                <a:latin typeface="+mn-lt"/>
              </a:rPr>
              <a:t>cultura institucional de gestión del cambio, colaborativa, ágil y orientada a la innovación</a:t>
            </a:r>
            <a:r>
              <a:rPr lang="es-MX">
                <a:latin typeface="+mn-lt"/>
              </a:rPr>
              <a:t>, al promover la actualización</a:t>
            </a:r>
            <a:r>
              <a:rPr lang="es-MX" b="1">
                <a:latin typeface="+mn-lt"/>
              </a:rPr>
              <a:t> y documentación de procedimientos</a:t>
            </a:r>
            <a:r>
              <a:rPr lang="es-MX">
                <a:latin typeface="+mn-lt"/>
              </a:rPr>
              <a:t>, la </a:t>
            </a:r>
            <a:r>
              <a:rPr lang="es-MX" b="1">
                <a:latin typeface="+mn-lt"/>
              </a:rPr>
              <a:t>participación activa de las unidades académicas y administrativas</a:t>
            </a:r>
            <a:r>
              <a:rPr lang="es-MX">
                <a:latin typeface="+mn-lt"/>
              </a:rPr>
              <a:t> en proyectos de mejora continua; fortaleciendo así la eficiencia organizacional y consolidando una mentalidad abierta al cambio y a la transformación digital.</a:t>
            </a:r>
            <a:endParaRPr lang="es-419">
              <a:latin typeface="+mn-lt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E7D87BB-3632-81FB-C155-72EA173C60AE}"/>
              </a:ext>
            </a:extLst>
          </p:cNvPr>
          <p:cNvSpPr txBox="1"/>
          <p:nvPr/>
        </p:nvSpPr>
        <p:spPr>
          <a:xfrm>
            <a:off x="1600200" y="621788"/>
            <a:ext cx="10444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000" b="1">
                <a:latin typeface="+mn-lt"/>
              </a:rPr>
              <a:t>AE3. Transformación Digital y ET3. Transformación Organizacional e Innovación </a:t>
            </a:r>
            <a:endParaRPr lang="es-MX" sz="2000" b="1">
              <a:latin typeface="+mn-lt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47A2E4A-4E9C-3B15-D0ED-78C321183B17}"/>
              </a:ext>
            </a:extLst>
          </p:cNvPr>
          <p:cNvSpPr txBox="1"/>
          <p:nvPr/>
        </p:nvSpPr>
        <p:spPr>
          <a:xfrm>
            <a:off x="555885" y="3760806"/>
            <a:ext cx="35589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latin typeface="+mn-lt"/>
              </a:rPr>
              <a:t>OE8</a:t>
            </a:r>
          </a:p>
          <a:p>
            <a:r>
              <a:rPr lang="es-MX">
                <a:latin typeface="+mn-lt"/>
              </a:rPr>
              <a:t>Implementar la hoja de ruta de transformación digital UEES que permitan fortalecer la gobernanza, gestión estratégica e innovación para cerrar las brechas en el índice de madurez digital</a:t>
            </a:r>
            <a:endParaRPr lang="es-419">
              <a:latin typeface="+mn-lt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9C0FED4-5A17-B077-AA57-5924FFEE78D8}"/>
              </a:ext>
            </a:extLst>
          </p:cNvPr>
          <p:cNvSpPr txBox="1"/>
          <p:nvPr/>
        </p:nvSpPr>
        <p:spPr>
          <a:xfrm>
            <a:off x="509666" y="1397675"/>
            <a:ext cx="32241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latin typeface="+mn-lt"/>
              </a:rPr>
              <a:t>OE7</a:t>
            </a:r>
          </a:p>
          <a:p>
            <a:r>
              <a:rPr lang="es-MX">
                <a:latin typeface="+mn-lt"/>
              </a:rPr>
              <a:t>Promover una cultura de gestión del cambio, colaborativa, ágil y abierta a la innovación, alineada al principio de eficiencia organizacional.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6896955-AE1D-9AFB-2DD2-4EB998E23CFF}"/>
              </a:ext>
            </a:extLst>
          </p:cNvPr>
          <p:cNvSpPr txBox="1"/>
          <p:nvPr/>
        </p:nvSpPr>
        <p:spPr>
          <a:xfrm>
            <a:off x="5358096" y="3739668"/>
            <a:ext cx="608163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>
                <a:latin typeface="+mn-lt"/>
              </a:rPr>
              <a:t>Meta 21, 23, ya que constituye para </a:t>
            </a:r>
            <a:r>
              <a:rPr lang="es-MX" b="1">
                <a:latin typeface="+mn-lt"/>
              </a:rPr>
              <a:t>implementar la hoja de ruta de transformación digital institucional</a:t>
            </a:r>
            <a:r>
              <a:rPr lang="es-MX">
                <a:latin typeface="+mn-lt"/>
              </a:rPr>
              <a:t>, permitiendo </a:t>
            </a:r>
            <a:r>
              <a:rPr lang="es-MX" b="1">
                <a:latin typeface="+mn-lt"/>
              </a:rPr>
              <a:t>fortalecer la gobernanza, la gestión estratégica y la innovación</a:t>
            </a:r>
            <a:r>
              <a:rPr lang="es-MX">
                <a:latin typeface="+mn-lt"/>
              </a:rPr>
              <a:t> mediante la digitalización y simplificación de procesos clave, la integración de datos en una sola plataforma, y la mejora de la </a:t>
            </a:r>
            <a:r>
              <a:rPr lang="es-MX" b="1">
                <a:latin typeface="+mn-lt"/>
              </a:rPr>
              <a:t>experiencia del usuario</a:t>
            </a:r>
            <a:r>
              <a:rPr lang="es-MX">
                <a:latin typeface="+mn-lt"/>
              </a:rPr>
              <a:t>; contribuyendo así a </a:t>
            </a:r>
            <a:r>
              <a:rPr lang="es-MX" b="1">
                <a:latin typeface="+mn-lt"/>
              </a:rPr>
              <a:t>cerrar las brechas del índice de madurez digital</a:t>
            </a:r>
            <a:r>
              <a:rPr lang="es-MX">
                <a:latin typeface="+mn-lt"/>
              </a:rPr>
              <a:t> y avanzar hacia una UEES más eficiente, conectada y centrada en el valor institucional.</a:t>
            </a:r>
            <a:endParaRPr lang="es-419">
              <a:latin typeface="+mn-lt"/>
            </a:endParaRPr>
          </a:p>
        </p:txBody>
      </p:sp>
      <p:sp>
        <p:nvSpPr>
          <p:cNvPr id="17" name="Flecha: cheurón 16">
            <a:extLst>
              <a:ext uri="{FF2B5EF4-FFF2-40B4-BE49-F238E27FC236}">
                <a16:creationId xmlns:a16="http://schemas.microsoft.com/office/drawing/2014/main" id="{4A6D62B2-6216-1669-E797-CD05D0EA3A14}"/>
              </a:ext>
            </a:extLst>
          </p:cNvPr>
          <p:cNvSpPr/>
          <p:nvPr/>
        </p:nvSpPr>
        <p:spPr>
          <a:xfrm>
            <a:off x="4306911" y="3815372"/>
            <a:ext cx="867868" cy="208004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21" name="Flecha: cheurón 20">
            <a:extLst>
              <a:ext uri="{FF2B5EF4-FFF2-40B4-BE49-F238E27FC236}">
                <a16:creationId xmlns:a16="http://schemas.microsoft.com/office/drawing/2014/main" id="{1FDB3768-06CC-0D9B-34FA-31ADC048A378}"/>
              </a:ext>
            </a:extLst>
          </p:cNvPr>
          <p:cNvSpPr/>
          <p:nvPr/>
        </p:nvSpPr>
        <p:spPr>
          <a:xfrm>
            <a:off x="4306106" y="1391652"/>
            <a:ext cx="867868" cy="208004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540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0D30C-69DB-0570-BA74-E45F3921E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0C0CDD05-7EA4-0942-86A0-3A5693842067}"/>
              </a:ext>
            </a:extLst>
          </p:cNvPr>
          <p:cNvSpPr txBox="1"/>
          <p:nvPr/>
        </p:nvSpPr>
        <p:spPr>
          <a:xfrm>
            <a:off x="528637" y="841721"/>
            <a:ext cx="11134725" cy="612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MX" sz="2400" b="1" u="sng">
                <a:latin typeface="+mn-lt"/>
              </a:rPr>
              <a:t>Etapas del ciclo de vida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400" b="1">
                <a:latin typeface="+mn-lt"/>
              </a:rPr>
              <a:t>Planificación y selección:</a:t>
            </a:r>
            <a:r>
              <a:rPr lang="es-MX" sz="2400">
                <a:latin typeface="+mn-lt"/>
              </a:rPr>
              <a:t> análisis de necesidades y diseño del sistema.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400" b="1">
                <a:latin typeface="+mn-lt"/>
              </a:rPr>
              <a:t>Implementación:</a:t>
            </a:r>
            <a:r>
              <a:rPr lang="es-MX" sz="2400">
                <a:latin typeface="+mn-lt"/>
              </a:rPr>
              <a:t> desarrollo, pruebas y puesta en marcha.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400" b="1">
                <a:latin typeface="+mn-lt"/>
              </a:rPr>
              <a:t>Operación y mantenimiento:</a:t>
            </a:r>
            <a:r>
              <a:rPr lang="es-MX" sz="2400">
                <a:latin typeface="+mn-lt"/>
              </a:rPr>
              <a:t> uso continuo, soporte y mejoras.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400" b="1">
                <a:latin typeface="+mn-lt"/>
              </a:rPr>
              <a:t>Evolución o reemplazo:</a:t>
            </a:r>
            <a:r>
              <a:rPr lang="es-MX" sz="2400">
                <a:latin typeface="+mn-lt"/>
              </a:rPr>
              <a:t> actualización o sustitución planificada.</a:t>
            </a:r>
            <a:br>
              <a:rPr lang="es-MX" sz="2400">
                <a:latin typeface="+mn-lt"/>
              </a:rPr>
            </a:br>
            <a:r>
              <a:rPr lang="es-MX" sz="2400" i="1">
                <a:latin typeface="+mn-lt"/>
              </a:rPr>
              <a:t>(O’Leary, 2000; Panorama </a:t>
            </a:r>
            <a:r>
              <a:rPr lang="es-MX" sz="2400" i="1" err="1">
                <a:latin typeface="+mn-lt"/>
              </a:rPr>
              <a:t>Consulting</a:t>
            </a:r>
            <a:r>
              <a:rPr lang="es-MX" sz="2400" i="1">
                <a:latin typeface="+mn-lt"/>
              </a:rPr>
              <a:t>, 2023; ERP Focus, 2024)</a:t>
            </a:r>
          </a:p>
          <a:p>
            <a:pPr marL="457200" indent="-457200">
              <a:buFont typeface="+mj-lt"/>
              <a:buAutoNum type="arabicPeriod"/>
            </a:pPr>
            <a:endParaRPr lang="es-MX" sz="2400" i="1">
              <a:latin typeface="+mn-lt"/>
            </a:endParaRPr>
          </a:p>
          <a:p>
            <a:r>
              <a:rPr lang="es-MX" sz="2400" b="1" u="sng">
                <a:latin typeface="+mn-lt"/>
              </a:rPr>
              <a:t>Duración </a:t>
            </a:r>
          </a:p>
          <a:p>
            <a:r>
              <a:rPr lang="es-MX" sz="2400" b="1">
                <a:latin typeface="+mn-lt"/>
              </a:rPr>
              <a:t>ERP comercial:</a:t>
            </a:r>
            <a:r>
              <a:rPr lang="es-MX" sz="2400">
                <a:latin typeface="+mn-lt"/>
              </a:rPr>
              <a:t> 10 – 20 años de vida útil promedio.</a:t>
            </a:r>
          </a:p>
          <a:p>
            <a:r>
              <a:rPr lang="es-MX" sz="2400" b="1">
                <a:latin typeface="+mn-lt"/>
              </a:rPr>
              <a:t>ERP desarrollado en casa:</a:t>
            </a:r>
            <a:r>
              <a:rPr lang="es-MX" sz="2400">
                <a:latin typeface="+mn-lt"/>
              </a:rPr>
              <a:t> </a:t>
            </a:r>
            <a:r>
              <a:rPr lang="es-MX" sz="2400" b="1">
                <a:latin typeface="+mn-lt"/>
              </a:rPr>
              <a:t>8 – 12 años</a:t>
            </a:r>
            <a:r>
              <a:rPr lang="es-MX" sz="2400">
                <a:latin typeface="+mn-lt"/>
              </a:rPr>
              <a:t>, dependiendo del mantenimiento, tecnología y gobernanza.</a:t>
            </a:r>
          </a:p>
          <a:p>
            <a:r>
              <a:rPr lang="es-MX" sz="2400">
                <a:latin typeface="+mn-lt"/>
              </a:rPr>
              <a:t>La revisión debe ser </a:t>
            </a:r>
            <a:r>
              <a:rPr lang="es-MX" sz="2400" b="1">
                <a:latin typeface="+mn-lt"/>
              </a:rPr>
              <a:t>periódica (cada 5 años)</a:t>
            </a:r>
            <a:r>
              <a:rPr lang="es-MX" sz="2400">
                <a:latin typeface="+mn-lt"/>
              </a:rPr>
              <a:t> para decidir entre mantener, modernizar o reemplazar.</a:t>
            </a:r>
            <a:br>
              <a:rPr lang="es-MX" sz="2400">
                <a:latin typeface="+mn-lt"/>
              </a:rPr>
            </a:br>
            <a:r>
              <a:rPr lang="es-MX" sz="2400" i="1">
                <a:latin typeface="+mn-lt"/>
              </a:rPr>
              <a:t>(Management </a:t>
            </a:r>
            <a:r>
              <a:rPr lang="es-MX" sz="2400" i="1" err="1">
                <a:latin typeface="+mn-lt"/>
              </a:rPr>
              <a:t>Study</a:t>
            </a:r>
            <a:r>
              <a:rPr lang="es-MX" sz="2400" i="1">
                <a:latin typeface="+mn-lt"/>
              </a:rPr>
              <a:t> Guide, 2023; </a:t>
            </a:r>
            <a:r>
              <a:rPr lang="es-MX" sz="2400" i="1" err="1">
                <a:latin typeface="+mn-lt"/>
              </a:rPr>
              <a:t>Diceus</a:t>
            </a:r>
            <a:r>
              <a:rPr lang="es-MX" sz="2400" i="1">
                <a:latin typeface="+mn-lt"/>
              </a:rPr>
              <a:t> </a:t>
            </a:r>
            <a:r>
              <a:rPr lang="es-MX" sz="2400" i="1" err="1">
                <a:latin typeface="+mn-lt"/>
              </a:rPr>
              <a:t>Tech</a:t>
            </a:r>
            <a:r>
              <a:rPr lang="es-MX" sz="2400" i="1">
                <a:latin typeface="+mn-lt"/>
              </a:rPr>
              <a:t>, 2024)</a:t>
            </a:r>
          </a:p>
          <a:p>
            <a:pPr marL="457200" indent="-457200">
              <a:buFont typeface="+mj-lt"/>
              <a:buAutoNum type="arabicPeriod"/>
            </a:pPr>
            <a:endParaRPr lang="es-MX" sz="2800"/>
          </a:p>
          <a:p>
            <a:pPr algn="l"/>
            <a:endParaRPr lang="es-ES" sz="280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0E789BC-DA70-C194-A48C-5189030972F0}"/>
              </a:ext>
            </a:extLst>
          </p:cNvPr>
          <p:cNvSpPr txBox="1"/>
          <p:nvPr/>
        </p:nvSpPr>
        <p:spPr>
          <a:xfrm>
            <a:off x="3262945" y="237610"/>
            <a:ext cx="549296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MX" sz="2400" spc="-100">
                <a:solidFill>
                  <a:srgbClr val="4471C4"/>
                </a:solidFill>
                <a:latin typeface="Microsoft Sans Serif"/>
                <a:ea typeface="+mj-ea"/>
                <a:cs typeface="Microsoft Sans Serif"/>
              </a:rPr>
              <a:t>Ciclo de vida y duración de un ERP</a:t>
            </a:r>
            <a:endParaRPr lang="es-MX" sz="3600" b="1"/>
          </a:p>
        </p:txBody>
      </p:sp>
    </p:spTree>
    <p:extLst>
      <p:ext uri="{BB962C8B-B14F-4D97-AF65-F5344CB8AC3E}">
        <p14:creationId xmlns:p14="http://schemas.microsoft.com/office/powerpoint/2010/main" val="2121888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C6DF2-CB7B-A7B3-CAD0-5A108E36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FE3CF4A-92D2-1CB1-BFE9-0710D7B0C26D}"/>
              </a:ext>
            </a:extLst>
          </p:cNvPr>
          <p:cNvSpPr txBox="1"/>
          <p:nvPr/>
        </p:nvSpPr>
        <p:spPr>
          <a:xfrm>
            <a:off x="675488" y="1303926"/>
            <a:ext cx="11134725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MX" sz="2400" i="1">
              <a:latin typeface="+mn-lt"/>
            </a:endParaRPr>
          </a:p>
          <a:p>
            <a:r>
              <a:rPr lang="es-MX" sz="2400">
                <a:latin typeface="+mn-lt"/>
              </a:rPr>
              <a:t>Se requiere tener presente a lo largo del PEI un plan de evaluación y sucesión  tecnológica.</a:t>
            </a:r>
            <a:br>
              <a:rPr lang="es-MX" sz="2400">
                <a:latin typeface="+mn-lt"/>
              </a:rPr>
            </a:br>
            <a:r>
              <a:rPr lang="es-MX" sz="2400">
                <a:latin typeface="+mn-lt"/>
              </a:rPr>
              <a:t>Según los autores, </a:t>
            </a:r>
            <a:r>
              <a:rPr lang="es-MX" sz="2400" b="1">
                <a:latin typeface="+mn-lt"/>
              </a:rPr>
              <a:t>todo ERP debe diseñarse con su ciclo de vida y plan de reemplazo definidos</a:t>
            </a:r>
            <a:r>
              <a:rPr lang="es-MX" sz="2400">
                <a:latin typeface="+mn-lt"/>
              </a:rPr>
              <a:t> desde el inicio para evitar obsolescencia, sobrecostos y pérdida de continuidad operativa. </a:t>
            </a:r>
            <a:r>
              <a:rPr lang="es-MX" sz="2400" i="1">
                <a:latin typeface="+mn-lt"/>
              </a:rPr>
              <a:t>(O’Leary, 2000; Panorama </a:t>
            </a:r>
            <a:r>
              <a:rPr lang="es-MX" sz="2400" i="1" err="1">
                <a:latin typeface="+mn-lt"/>
              </a:rPr>
              <a:t>Consulting</a:t>
            </a:r>
            <a:r>
              <a:rPr lang="es-MX" sz="2400" i="1">
                <a:latin typeface="+mn-lt"/>
              </a:rPr>
              <a:t>, 2023)</a:t>
            </a:r>
          </a:p>
          <a:p>
            <a:r>
              <a:rPr lang="es-MX" sz="2400" b="1" i="1">
                <a:latin typeface="+mn-lt"/>
              </a:rPr>
              <a:t>Parte de estas funciones es el trabajo colaborativo de la DTD y STI</a:t>
            </a:r>
            <a:endParaRPr lang="es-MX" sz="2400" b="1">
              <a:latin typeface="+mn-lt"/>
            </a:endParaRPr>
          </a:p>
          <a:p>
            <a:pPr algn="l"/>
            <a:endParaRPr lang="es-ES" sz="240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6672D1-53CB-BE20-F74D-1C5731E758D2}"/>
              </a:ext>
            </a:extLst>
          </p:cNvPr>
          <p:cNvSpPr txBox="1"/>
          <p:nvPr/>
        </p:nvSpPr>
        <p:spPr>
          <a:xfrm>
            <a:off x="1435396" y="620382"/>
            <a:ext cx="869812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MX" sz="2400" spc="-100">
                <a:solidFill>
                  <a:srgbClr val="4471C4"/>
                </a:solidFill>
                <a:latin typeface="Microsoft Sans Serif"/>
                <a:ea typeface="+mj-ea"/>
                <a:cs typeface="Microsoft Sans Serif"/>
              </a:rPr>
              <a:t>Lecciones aprendidas para 2026 2030</a:t>
            </a:r>
            <a:endParaRPr lang="es-MX" sz="3600" b="1"/>
          </a:p>
        </p:txBody>
      </p:sp>
    </p:spTree>
    <p:extLst>
      <p:ext uri="{BB962C8B-B14F-4D97-AF65-F5344CB8AC3E}">
        <p14:creationId xmlns:p14="http://schemas.microsoft.com/office/powerpoint/2010/main" val="308590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96653-F28A-0663-3FBD-F3C134A77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0DF0AE9A-EAD5-33E6-E782-339A419A25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787651" y="277940"/>
            <a:ext cx="12522451" cy="442171"/>
          </a:xfrm>
          <a:prstGeom prst="rect">
            <a:avLst/>
          </a:prstGeom>
        </p:spPr>
        <p:txBody>
          <a:bodyPr vert="horz" wrap="square" lIns="0" tIns="72135" rIns="0" bIns="0" rtlCol="0">
            <a:spAutoFit/>
          </a:bodyPr>
          <a:lstStyle/>
          <a:p>
            <a:pPr marL="2037080">
              <a:lnSpc>
                <a:spcPct val="100000"/>
              </a:lnSpc>
              <a:spcBef>
                <a:spcPts val="100"/>
              </a:spcBef>
            </a:pPr>
            <a:r>
              <a:rPr lang="es-MX" sz="2400" b="0" spc="-100">
                <a:solidFill>
                  <a:srgbClr val="4471C4"/>
                </a:solidFill>
                <a:latin typeface="Microsoft Sans Serif"/>
                <a:cs typeface="Microsoft Sans Serif"/>
              </a:rPr>
              <a:t>Metodología del piloto: Procedimiento Reclutamiento, Selección y Contratación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DFCDA481-5FE1-8F86-1B4E-FCBC9EEE5361}"/>
              </a:ext>
            </a:extLst>
          </p:cNvPr>
          <p:cNvSpPr/>
          <p:nvPr/>
        </p:nvSpPr>
        <p:spPr>
          <a:xfrm>
            <a:off x="339408" y="749834"/>
            <a:ext cx="2708273" cy="30081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/>
              <a:t>Inicio de piloto: </a:t>
            </a:r>
            <a:br>
              <a:rPr lang="es-MX"/>
            </a:br>
            <a:r>
              <a:rPr lang="es-MX"/>
              <a:t>Con participación de STI, Calidad, Transformación Digital, líderes y usuarios del proceso y áreas relacionadas según corresponda.</a:t>
            </a:r>
            <a:endParaRPr lang="es-419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F9AF846C-C884-DB64-8EB8-6A25368CB1DD}"/>
              </a:ext>
            </a:extLst>
          </p:cNvPr>
          <p:cNvSpPr/>
          <p:nvPr/>
        </p:nvSpPr>
        <p:spPr>
          <a:xfrm>
            <a:off x="4032091" y="806984"/>
            <a:ext cx="3873499" cy="286532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b="1"/>
              <a:t>Levantamiento / Actualización: </a:t>
            </a:r>
            <a:r>
              <a:rPr lang="es-MX"/>
              <a:t>Recolección de formularios, normativa, aprobaciones, excepciones y requerimientos, identificando iniciativas de transformación digital y mejoras de flujo que se logren contemplar en el desarrollo y oportunas para etapas posteriores. </a:t>
            </a:r>
            <a:endParaRPr lang="es-419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51B8C151-D4B7-73F6-6F52-998C39AE5A86}"/>
              </a:ext>
            </a:extLst>
          </p:cNvPr>
          <p:cNvSpPr/>
          <p:nvPr/>
        </p:nvSpPr>
        <p:spPr>
          <a:xfrm>
            <a:off x="8881428" y="740309"/>
            <a:ext cx="2980372" cy="30081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MX" b="1"/>
              <a:t>Validación y documentación: </a:t>
            </a:r>
            <a:br>
              <a:rPr lang="es-MX"/>
            </a:br>
            <a:r>
              <a:rPr lang="es-MX"/>
              <a:t>Revisar o planificar actualización de normativa, y detección de oportunidades de mejora oportunas, identificación de requerimientos de sistema de información. </a:t>
            </a:r>
            <a:endParaRPr lang="es-419"/>
          </a:p>
        </p:txBody>
      </p:sp>
      <p:sp>
        <p:nvSpPr>
          <p:cNvPr id="30" name="Flecha: cheurón 29">
            <a:extLst>
              <a:ext uri="{FF2B5EF4-FFF2-40B4-BE49-F238E27FC236}">
                <a16:creationId xmlns:a16="http://schemas.microsoft.com/office/drawing/2014/main" id="{62FC9241-69A8-E678-2E26-1AE84DCEEC46}"/>
              </a:ext>
            </a:extLst>
          </p:cNvPr>
          <p:cNvSpPr/>
          <p:nvPr/>
        </p:nvSpPr>
        <p:spPr>
          <a:xfrm>
            <a:off x="8055251" y="1463887"/>
            <a:ext cx="716678" cy="1477328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31" name="Flecha: cheurón 30">
            <a:extLst>
              <a:ext uri="{FF2B5EF4-FFF2-40B4-BE49-F238E27FC236}">
                <a16:creationId xmlns:a16="http://schemas.microsoft.com/office/drawing/2014/main" id="{430DC0EA-29B4-CC45-1D41-8E9EFBB1752E}"/>
              </a:ext>
            </a:extLst>
          </p:cNvPr>
          <p:cNvSpPr/>
          <p:nvPr/>
        </p:nvSpPr>
        <p:spPr>
          <a:xfrm>
            <a:off x="3181547" y="1425787"/>
            <a:ext cx="716678" cy="1477328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9A0E681A-843E-F35A-2B34-ACFBB26F40C4}"/>
              </a:ext>
            </a:extLst>
          </p:cNvPr>
          <p:cNvSpPr/>
          <p:nvPr/>
        </p:nvSpPr>
        <p:spPr>
          <a:xfrm>
            <a:off x="1806415" y="4501805"/>
            <a:ext cx="8553450" cy="18619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b="1">
                <a:latin typeface="+mn-lt"/>
              </a:rPr>
              <a:t>Propósito: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>
                <a:latin typeface="+mn-lt"/>
              </a:rPr>
              <a:t>Validar la metodología de levantamiento de procedimientos y requerimientos.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>
                <a:latin typeface="+mn-lt"/>
              </a:rPr>
              <a:t>Estimar tiempos reales de ejecución, interacción entre áreas y puntos críticos.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>
                <a:latin typeface="+mn-lt"/>
              </a:rPr>
              <a:t>Evaluar formatos, trazabilidad y flujos para estandarizar buenas prácticas.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>
                <a:latin typeface="+mn-lt"/>
              </a:rPr>
              <a:t>Servir como referente replicable para otros procesos institucionales.</a:t>
            </a:r>
          </a:p>
          <a:p>
            <a:r>
              <a:rPr lang="es-MX" b="1"/>
              <a:t>Periodo: </a:t>
            </a:r>
            <a:r>
              <a:rPr lang="es-MX"/>
              <a:t>1 semana levantamiento y 1 semana validación y ajuste. </a:t>
            </a:r>
            <a:endParaRPr lang="es-419">
              <a:latin typeface="+mn-lt"/>
            </a:endParaRPr>
          </a:p>
        </p:txBody>
      </p:sp>
      <p:sp>
        <p:nvSpPr>
          <p:cNvPr id="34" name="Flecha: cheurón 33">
            <a:extLst>
              <a:ext uri="{FF2B5EF4-FFF2-40B4-BE49-F238E27FC236}">
                <a16:creationId xmlns:a16="http://schemas.microsoft.com/office/drawing/2014/main" id="{15A7F8CB-1AD6-FFDA-9405-A5EEADCD368C}"/>
              </a:ext>
            </a:extLst>
          </p:cNvPr>
          <p:cNvSpPr/>
          <p:nvPr/>
        </p:nvSpPr>
        <p:spPr>
          <a:xfrm rot="5400000">
            <a:off x="5841799" y="694779"/>
            <a:ext cx="508402" cy="6858000"/>
          </a:xfrm>
          <a:prstGeom prst="chevron">
            <a:avLst>
              <a:gd name="adj" fmla="val 456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851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CA4C-AEB5-A6AF-8FA4-A0B4421B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5C4D77D6-E40B-B622-E18B-A72CD8E51A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8210" y="472231"/>
            <a:ext cx="5410200" cy="442171"/>
          </a:xfrm>
          <a:prstGeom prst="rect">
            <a:avLst/>
          </a:prstGeom>
        </p:spPr>
        <p:txBody>
          <a:bodyPr vert="horz" wrap="square" lIns="0" tIns="72135" rIns="0" bIns="0" rtlCol="0">
            <a:spAutoFit/>
          </a:bodyPr>
          <a:lstStyle/>
          <a:p>
            <a:pPr marL="2037080">
              <a:lnSpc>
                <a:spcPct val="100000"/>
              </a:lnSpc>
              <a:spcBef>
                <a:spcPts val="100"/>
              </a:spcBef>
            </a:pPr>
            <a:r>
              <a:rPr lang="es-MX" sz="2400" b="0" spc="-100">
                <a:solidFill>
                  <a:srgbClr val="4471C4"/>
                </a:solidFill>
                <a:latin typeface="Microsoft Sans Serif"/>
                <a:cs typeface="Microsoft Sans Serif"/>
              </a:rPr>
              <a:t>Roles en el prototipo</a:t>
            </a:r>
            <a:endParaRPr sz="2400">
              <a:latin typeface="Microsoft Sans Serif"/>
              <a:cs typeface="Microsoft Sans Serif"/>
            </a:endParaRPr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E2A5B403-7AF7-BEB5-C541-E9A6F210F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483453"/>
              </p:ext>
            </p:extLst>
          </p:nvPr>
        </p:nvGraphicFramePr>
        <p:xfrm>
          <a:off x="1066799" y="1219200"/>
          <a:ext cx="10210800" cy="4761127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823358">
                  <a:extLst>
                    <a:ext uri="{9D8B030D-6E8A-4147-A177-3AD203B41FA5}">
                      <a16:colId xmlns:a16="http://schemas.microsoft.com/office/drawing/2014/main" val="2989893823"/>
                    </a:ext>
                  </a:extLst>
                </a:gridCol>
                <a:gridCol w="3737883">
                  <a:extLst>
                    <a:ext uri="{9D8B030D-6E8A-4147-A177-3AD203B41FA5}">
                      <a16:colId xmlns:a16="http://schemas.microsoft.com/office/drawing/2014/main" val="3141123560"/>
                    </a:ext>
                  </a:extLst>
                </a:gridCol>
                <a:gridCol w="4649559">
                  <a:extLst>
                    <a:ext uri="{9D8B030D-6E8A-4147-A177-3AD203B41FA5}">
                      <a16:colId xmlns:a16="http://schemas.microsoft.com/office/drawing/2014/main" val="1810970025"/>
                    </a:ext>
                  </a:extLst>
                </a:gridCol>
              </a:tblGrid>
              <a:tr h="331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Rol / Área</a:t>
                      </a:r>
                      <a:endParaRPr lang="es-419" sz="1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111" marR="5111" marT="511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Responsabilidad principal</a:t>
                      </a:r>
                      <a:endParaRPr lang="es-419" sz="1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111" marR="5111" marT="511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Resultado esperado</a:t>
                      </a:r>
                      <a:endParaRPr lang="es-419" sz="1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111" marR="5111" marT="5111" marB="0" anchor="ctr"/>
                </a:tc>
                <a:extLst>
                  <a:ext uri="{0D108BD9-81ED-4DB2-BD59-A6C34878D82A}">
                    <a16:rowId xmlns:a16="http://schemas.microsoft.com/office/drawing/2014/main" val="1977925441"/>
                  </a:ext>
                </a:extLst>
              </a:tr>
              <a:tr h="13089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Subgerencia de Tecnología de la Información</a:t>
                      </a:r>
                      <a:endParaRPr lang="es-419" sz="1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111" marR="5111" marT="511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Levantar requerimientos técnicos y funcionales a partir del taller con líderes, usuarios del proceso, Calidad y Transformación Digital.</a:t>
                      </a:r>
                      <a:endParaRPr lang="es-MX" sz="1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111" marR="5111" marT="511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Definición clara de necesidades del sistema y bases del módulo ERP.</a:t>
                      </a:r>
                      <a:endParaRPr lang="es-MX" sz="1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111" marR="5111" marT="5111" marB="0" anchor="ctr"/>
                </a:tc>
                <a:extLst>
                  <a:ext uri="{0D108BD9-81ED-4DB2-BD59-A6C34878D82A}">
                    <a16:rowId xmlns:a16="http://schemas.microsoft.com/office/drawing/2014/main" val="1136607876"/>
                  </a:ext>
                </a:extLst>
              </a:tr>
              <a:tr h="9832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Dirección de Calidad Institucional</a:t>
                      </a:r>
                      <a:endParaRPr lang="es-419" sz="1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111" marR="5111" marT="511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Documentar la narrativa, flujos y puntos de control del procedimiento.</a:t>
                      </a:r>
                      <a:endParaRPr lang="es-MX" sz="1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111" marR="5111" marT="511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Procedimiento estandarizado y trazable para su integración en el sistema y que responda al Sistema de Gestión de Calidad.</a:t>
                      </a:r>
                      <a:endParaRPr lang="es-MX" sz="1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111" marR="5111" marT="5111" marB="0" anchor="ctr"/>
                </a:tc>
                <a:extLst>
                  <a:ext uri="{0D108BD9-81ED-4DB2-BD59-A6C34878D82A}">
                    <a16:rowId xmlns:a16="http://schemas.microsoft.com/office/drawing/2014/main" val="2629074722"/>
                  </a:ext>
                </a:extLst>
              </a:tr>
              <a:tr h="13089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Dirección de Transformación Digital</a:t>
                      </a:r>
                      <a:endParaRPr lang="es-419" sz="1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111" marR="5111" marT="511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Identificar oportunidades de mejora digital para proponer soluciones tecnológicas y promover cultura colaborativa y ágil.</a:t>
                      </a:r>
                      <a:endParaRPr lang="es-MX" sz="1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111" marR="5111" marT="511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Incorporación de tecnología y mejora digital continua  y sostenible.</a:t>
                      </a:r>
                      <a:endParaRPr lang="es-MX" sz="1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111" marR="5111" marT="5111" marB="0" anchor="ctr"/>
                </a:tc>
                <a:extLst>
                  <a:ext uri="{0D108BD9-81ED-4DB2-BD59-A6C34878D82A}">
                    <a16:rowId xmlns:a16="http://schemas.microsoft.com/office/drawing/2014/main" val="1645688278"/>
                  </a:ext>
                </a:extLst>
              </a:tr>
              <a:tr h="7913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Líderes y Usuarios del Proceso</a:t>
                      </a:r>
                      <a:endParaRPr lang="es-MX" sz="1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111" marR="5111" marT="511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Aportar la visión operativa, validar flujos y proponer mejoras desde su perspectiva. </a:t>
                      </a:r>
                      <a:endParaRPr lang="es-MX" sz="1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111" marR="5111" marT="511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800" b="0" u="none" strike="noStrike">
                          <a:solidFill>
                            <a:schemeClr val="tx1"/>
                          </a:solidFill>
                          <a:effectLst/>
                        </a:rPr>
                        <a:t>Procesos realistas, centrados en la eficiencia y experiencia de usuario.</a:t>
                      </a:r>
                      <a:endParaRPr lang="es-MX" sz="1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111" marR="5111" marT="5111" marB="0" anchor="ctr"/>
                </a:tc>
                <a:extLst>
                  <a:ext uri="{0D108BD9-81ED-4DB2-BD59-A6C34878D82A}">
                    <a16:rowId xmlns:a16="http://schemas.microsoft.com/office/drawing/2014/main" val="4016142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7708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CFD0F-BF7D-87F9-BACB-C57A0AFA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0729A014-F660-FDDF-2908-0FED57BCC3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200" y="338577"/>
            <a:ext cx="8678545" cy="442171"/>
          </a:xfrm>
          <a:prstGeom prst="rect">
            <a:avLst/>
          </a:prstGeom>
        </p:spPr>
        <p:txBody>
          <a:bodyPr vert="horz" wrap="square" lIns="0" tIns="72135" rIns="0" bIns="0" rtlCol="0">
            <a:spAutoFit/>
          </a:bodyPr>
          <a:lstStyle/>
          <a:p>
            <a:pPr marL="2037080">
              <a:lnSpc>
                <a:spcPct val="100000"/>
              </a:lnSpc>
              <a:spcBef>
                <a:spcPts val="100"/>
              </a:spcBef>
            </a:pPr>
            <a:r>
              <a:rPr lang="es-MX" sz="2400" b="0" spc="-100">
                <a:solidFill>
                  <a:srgbClr val="4471C4"/>
                </a:solidFill>
                <a:latin typeface="Microsoft Sans Serif"/>
                <a:cs typeface="Microsoft Sans Serif"/>
              </a:rPr>
              <a:t>Conceptos clave</a:t>
            </a:r>
            <a:endParaRPr sz="2400">
              <a:latin typeface="Microsoft Sans Serif"/>
              <a:cs typeface="Microsoft Sans Serif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46EAD9B1-62D5-17E5-E8F2-F14DF1A02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10225"/>
              </p:ext>
            </p:extLst>
          </p:nvPr>
        </p:nvGraphicFramePr>
        <p:xfrm>
          <a:off x="419100" y="914400"/>
          <a:ext cx="11353799" cy="5452623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3966301961"/>
                    </a:ext>
                  </a:extLst>
                </a:gridCol>
                <a:gridCol w="2265183">
                  <a:extLst>
                    <a:ext uri="{9D8B030D-6E8A-4147-A177-3AD203B41FA5}">
                      <a16:colId xmlns:a16="http://schemas.microsoft.com/office/drawing/2014/main" val="3942955881"/>
                    </a:ext>
                  </a:extLst>
                </a:gridCol>
                <a:gridCol w="3687058">
                  <a:extLst>
                    <a:ext uri="{9D8B030D-6E8A-4147-A177-3AD203B41FA5}">
                      <a16:colId xmlns:a16="http://schemas.microsoft.com/office/drawing/2014/main" val="599082499"/>
                    </a:ext>
                  </a:extLst>
                </a:gridCol>
                <a:gridCol w="3687058">
                  <a:extLst>
                    <a:ext uri="{9D8B030D-6E8A-4147-A177-3AD203B41FA5}">
                      <a16:colId xmlns:a16="http://schemas.microsoft.com/office/drawing/2014/main" val="3954120402"/>
                    </a:ext>
                  </a:extLst>
                </a:gridCol>
              </a:tblGrid>
              <a:tr h="614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800" b="1"/>
                        <a:t>Concepto</a:t>
                      </a:r>
                      <a:endParaRPr lang="es-419" sz="1800">
                        <a:latin typeface="+mn-lt"/>
                      </a:endParaRPr>
                    </a:p>
                  </a:txBody>
                  <a:tcPr marL="41574" marR="41574" marT="20787" marB="207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800" b="1"/>
                        <a:t>Enfoque / Aplicación Institucional</a:t>
                      </a:r>
                      <a:endParaRPr lang="es-419" sz="1800">
                        <a:latin typeface="+mn-lt"/>
                      </a:endParaRPr>
                    </a:p>
                  </a:txBody>
                  <a:tcPr marL="41574" marR="41574" marT="20787" marB="207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800" b="1"/>
                        <a:t>Concepto</a:t>
                      </a:r>
                      <a:endParaRPr lang="es-419" sz="1800">
                        <a:latin typeface="+mn-lt"/>
                      </a:endParaRPr>
                    </a:p>
                  </a:txBody>
                  <a:tcPr marL="41574" marR="41574" marT="20787" marB="207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Referencia</a:t>
                      </a:r>
                      <a:endParaRPr lang="es-419" sz="1800" b="1">
                        <a:latin typeface="+mn-lt"/>
                      </a:endParaRPr>
                    </a:p>
                  </a:txBody>
                  <a:tcPr marL="41574" marR="41574" marT="20787" marB="20787" anchor="ctr"/>
                </a:tc>
                <a:extLst>
                  <a:ext uri="{0D108BD9-81ED-4DB2-BD59-A6C34878D82A}">
                    <a16:rowId xmlns:a16="http://schemas.microsoft.com/office/drawing/2014/main" val="2105676112"/>
                  </a:ext>
                </a:extLst>
              </a:tr>
              <a:tr h="1018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800" b="1"/>
                        <a:t>Digitalización</a:t>
                      </a:r>
                      <a:endParaRPr lang="es-419" sz="1800">
                        <a:latin typeface="+mn-lt"/>
                      </a:endParaRPr>
                    </a:p>
                  </a:txBody>
                  <a:tcPr marL="41574" marR="41574" marT="20787" marB="207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Convertir documentos y registros físicos en formatos digitales accesibles y trazables.</a:t>
                      </a:r>
                      <a:endParaRPr lang="es-MX" sz="1800">
                        <a:latin typeface="+mn-lt"/>
                      </a:endParaRPr>
                    </a:p>
                  </a:txBody>
                  <a:tcPr marL="41574" marR="41574" marT="20787" marB="207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/>
                        <a:t>Proceso de convertir información analógica o procesos manuales en formato digital, para facilitar su almacenamiento, acceso y gestión electrónica.</a:t>
                      </a:r>
                      <a:endParaRPr lang="es-419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0"/>
                        <a:t>Lang, V. (2021). </a:t>
                      </a:r>
                      <a:r>
                        <a:rPr lang="es-419" b="0" err="1"/>
                        <a:t>Digitalization</a:t>
                      </a:r>
                      <a:r>
                        <a:rPr lang="es-419" b="0"/>
                        <a:t> and Digital </a:t>
                      </a:r>
                      <a:r>
                        <a:rPr lang="es-419" b="0" err="1"/>
                        <a:t>Transformation</a:t>
                      </a:r>
                      <a:r>
                        <a:rPr lang="es-419" b="0"/>
                        <a:t>. En Digital </a:t>
                      </a:r>
                      <a:r>
                        <a:rPr lang="es-419" b="0" err="1"/>
                        <a:t>Fluency</a:t>
                      </a:r>
                      <a:r>
                        <a:rPr lang="es-419" b="0"/>
                        <a:t>. Springer.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486067"/>
                  </a:ext>
                </a:extLst>
              </a:tr>
              <a:tr h="1185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800" b="1"/>
                        <a:t>Sistematización</a:t>
                      </a:r>
                      <a:endParaRPr lang="es-419" sz="1800">
                        <a:latin typeface="+mn-lt"/>
                      </a:endParaRPr>
                    </a:p>
                  </a:txBody>
                  <a:tcPr marL="41574" marR="41574" marT="20787" marB="207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Integrar procesos y datos en un sistema unificado (ERP) para lograr coherencia y eficiencia institucional.</a:t>
                      </a:r>
                      <a:endParaRPr lang="es-MX" sz="1800">
                        <a:latin typeface="+mn-lt"/>
                      </a:endParaRPr>
                    </a:p>
                  </a:txBody>
                  <a:tcPr marL="41574" marR="41574" marT="20787" marB="207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Metodología de ordenar, estructurar y organizar procesos, prácticas o experiencias en un marco lógico-metódico que permite análisis, aprendizaje y replicabilidad institucional.</a:t>
                      </a:r>
                      <a:endParaRPr lang="es-419" sz="1800">
                        <a:latin typeface="+mn-lt"/>
                      </a:endParaRPr>
                    </a:p>
                  </a:txBody>
                  <a:tcPr marL="41574" marR="41574" marT="20787" marB="207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Farahmand, N. F.-h. (2014). “Organizational Systematization Optimum Profitability by Systematic Management.” Journal of Business and Management Sciences.</a:t>
                      </a:r>
                      <a:endParaRPr lang="es-419" sz="1800">
                        <a:latin typeface="+mn-lt"/>
                      </a:endParaRPr>
                    </a:p>
                  </a:txBody>
                  <a:tcPr marL="41574" marR="41574" marT="20787" marB="20787" anchor="ctr"/>
                </a:tc>
                <a:extLst>
                  <a:ext uri="{0D108BD9-81ED-4DB2-BD59-A6C34878D82A}">
                    <a16:rowId xmlns:a16="http://schemas.microsoft.com/office/drawing/2014/main" val="1648157453"/>
                  </a:ext>
                </a:extLst>
              </a:tr>
              <a:tr h="1296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1800" b="1"/>
                        <a:t>Automatización</a:t>
                      </a:r>
                      <a:endParaRPr lang="es-419" sz="1800">
                        <a:latin typeface="+mn-lt"/>
                      </a:endParaRPr>
                    </a:p>
                  </a:txBody>
                  <a:tcPr marL="41574" marR="41574" marT="20787" marB="207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Usar tecnología para ejecutar tareas o decisiones de forma automática, reduciendo tiempos y errores.</a:t>
                      </a:r>
                      <a:endParaRPr lang="es-MX" sz="1800">
                        <a:latin typeface="+mn-lt"/>
                      </a:endParaRPr>
                    </a:p>
                  </a:txBody>
                  <a:tcPr marL="41574" marR="41574" marT="20787" marB="207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Uso de tecnología para ejecutar tareas o decisiones de forma automática, reduciendo intervención manual, errores y tiempos de ejecución, y mejorando la eficiencia operativa.</a:t>
                      </a:r>
                      <a:endParaRPr lang="es-MX" sz="1800">
                        <a:latin typeface="+mn-lt"/>
                      </a:endParaRPr>
                    </a:p>
                  </a:txBody>
                  <a:tcPr marL="41574" marR="41574" marT="20787" marB="207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Hägner</a:t>
                      </a:r>
                      <a:r>
                        <a:rPr lang="en-US"/>
                        <a:t>, D. (2020). Robotic Process Automation: A Systematic Literature Review. FH Wedel.</a:t>
                      </a:r>
                      <a:endParaRPr lang="es-MX" sz="1800">
                        <a:latin typeface="+mn-lt"/>
                      </a:endParaRPr>
                    </a:p>
                  </a:txBody>
                  <a:tcPr marL="41574" marR="41574" marT="20787" marB="20787" anchor="ctr"/>
                </a:tc>
                <a:extLst>
                  <a:ext uri="{0D108BD9-81ED-4DB2-BD59-A6C34878D82A}">
                    <a16:rowId xmlns:a16="http://schemas.microsoft.com/office/drawing/2014/main" val="1184436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0919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E69C2-6D56-ACB1-EEB6-A98F75CCC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8655CF2F-0D90-A114-5018-1E18662B2B96}"/>
              </a:ext>
            </a:extLst>
          </p:cNvPr>
          <p:cNvSpPr txBox="1"/>
          <p:nvPr/>
        </p:nvSpPr>
        <p:spPr>
          <a:xfrm>
            <a:off x="526255" y="1712119"/>
            <a:ext cx="11134725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 sz="2400">
              <a:latin typeface="Calibri"/>
              <a:ea typeface="Calibri"/>
              <a:cs typeface="Calibri"/>
            </a:endParaRPr>
          </a:p>
          <a:p>
            <a:pPr algn="l"/>
            <a:r>
              <a:rPr lang="es-ES" sz="2400">
                <a:latin typeface="Arial"/>
                <a:cs typeface="Arial"/>
              </a:rPr>
              <a:t>1. </a:t>
            </a:r>
            <a:r>
              <a:rPr lang="es-ES" sz="2400">
                <a:latin typeface="Calibri"/>
                <a:ea typeface="Calibri"/>
                <a:cs typeface="Calibri"/>
              </a:rPr>
              <a:t>Aplicar el nuevo formato diseñado para levantamiento de requerimientos de TI y como base para el procedimiento.</a:t>
            </a:r>
            <a:endParaRPr lang="es-ES" sz="2400"/>
          </a:p>
          <a:p>
            <a:pPr algn="l"/>
            <a:r>
              <a:rPr lang="es-ES" sz="2400">
                <a:latin typeface="Arial"/>
                <a:cs typeface="Arial"/>
              </a:rPr>
              <a:t>2. </a:t>
            </a:r>
            <a:r>
              <a:rPr lang="es-ES" sz="2400">
                <a:latin typeface="Calibri"/>
                <a:ea typeface="Calibri"/>
                <a:cs typeface="Calibri"/>
              </a:rPr>
              <a:t>Ejecutar la prueba piloto del 27 de octubre al 7 de noviembre de 2025.</a:t>
            </a:r>
            <a:endParaRPr lang="es-ES" sz="2400"/>
          </a:p>
          <a:p>
            <a:pPr algn="l"/>
            <a:r>
              <a:rPr lang="es-ES" sz="2400">
                <a:latin typeface="Arial"/>
                <a:cs typeface="Arial"/>
              </a:rPr>
              <a:t>3.</a:t>
            </a:r>
            <a:r>
              <a:rPr lang="es-ES" sz="2400">
                <a:latin typeface="Arial"/>
                <a:ea typeface="Calibri"/>
                <a:cs typeface="Arial"/>
              </a:rPr>
              <a:t> </a:t>
            </a:r>
            <a:r>
              <a:rPr lang="es-ES" sz="2400">
                <a:latin typeface="Calibri"/>
                <a:ea typeface="Calibri"/>
                <a:cs typeface="Calibri"/>
              </a:rPr>
              <a:t>Aplicar esta metodología para todo el plan de trabajo de trabajo del levantamiento y actualización de procedimientos </a:t>
            </a:r>
            <a:r>
              <a:rPr lang="es-ES" sz="24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(aplicando los ajustes que sean pertinentes tanto en el cronograma como en la metodología, después de la prueba piloto).</a:t>
            </a:r>
            <a:endParaRPr lang="es-ES" sz="24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s-ES" sz="240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6827899-93B3-B942-7643-ABFF4F8866F6}"/>
              </a:ext>
            </a:extLst>
          </p:cNvPr>
          <p:cNvSpPr txBox="1"/>
          <p:nvPr/>
        </p:nvSpPr>
        <p:spPr>
          <a:xfrm>
            <a:off x="3214687" y="690562"/>
            <a:ext cx="502443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3600" b="1">
                <a:solidFill>
                  <a:schemeClr val="tx2"/>
                </a:solidFill>
              </a:rPr>
              <a:t>Solicitud</a:t>
            </a:r>
          </a:p>
        </p:txBody>
      </p:sp>
    </p:spTree>
    <p:extLst>
      <p:ext uri="{BB962C8B-B14F-4D97-AF65-F5344CB8AC3E}">
        <p14:creationId xmlns:p14="http://schemas.microsoft.com/office/powerpoint/2010/main" val="311917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FE18B-AD55-6313-BB68-A178D3FF1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77A365-6106-0F91-F162-EF04D5D3A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MX" spc="-10">
                <a:latin typeface="Calibri"/>
                <a:cs typeface="Calibri"/>
              </a:rPr>
              <a:t>Ajuste del Plan del Sistema de Gestión Universitaria (ERP)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523018-AC5B-0B25-C490-102BF2123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s-MX"/>
              <a:t>Subgerencia de Tecnología de la Información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54565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CA4C-AEB5-A6AF-8FA4-A0B4421B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redondeado 4">
            <a:extLst>
              <a:ext uri="{FF2B5EF4-FFF2-40B4-BE49-F238E27FC236}">
                <a16:creationId xmlns:a16="http://schemas.microsoft.com/office/drawing/2014/main" id="{D5EF7D1C-6270-45DC-8C75-B45DC0294C70}"/>
              </a:ext>
            </a:extLst>
          </p:cNvPr>
          <p:cNvSpPr/>
          <p:nvPr/>
        </p:nvSpPr>
        <p:spPr>
          <a:xfrm>
            <a:off x="734382" y="903988"/>
            <a:ext cx="8420935" cy="44665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pPr algn="l"/>
            <a:r>
              <a:rPr lang="es-MX" sz="2000" dirty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Relacionamiento con el plan </a:t>
            </a:r>
            <a:r>
              <a:rPr lang="es-MX" sz="200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estratégico 2026-2030</a:t>
            </a:r>
            <a:endParaRPr lang="es-MX" sz="2000" kern="0" dirty="0">
              <a:solidFill>
                <a:prstClr val="white"/>
              </a:solidFill>
              <a:effectLst>
                <a:glow rad="101600">
                  <a:prstClr val="black">
                    <a:alpha val="60000"/>
                  </a:prst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MT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005D4010-1054-40A1-88B0-5F1703BD5137}"/>
              </a:ext>
            </a:extLst>
          </p:cNvPr>
          <p:cNvSpPr txBox="1"/>
          <p:nvPr/>
        </p:nvSpPr>
        <p:spPr>
          <a:xfrm>
            <a:off x="734382" y="1435491"/>
            <a:ext cx="9272109" cy="38536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marR="62865" lvl="0" algn="l">
              <a:lnSpc>
                <a:spcPct val="150000"/>
              </a:lnSpc>
              <a:spcBef>
                <a:spcPts val="100"/>
              </a:spcBef>
              <a:defRPr/>
            </a:pPr>
            <a:r>
              <a:rPr kumimoji="0" lang="es-MX" b="1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Estrategia</a:t>
            </a:r>
            <a:r>
              <a:rPr kumimoji="0" lang="es-MX" sz="1600" b="1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kumimoji="0" lang="es-MX" b="1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AE4-</a:t>
            </a:r>
            <a:r>
              <a:rPr lang="es-MX" b="1">
                <a:latin typeface="Arial" panose="020B0604020202020204" pitchFamily="34" charset="0"/>
                <a:cs typeface="Arial" panose="020B0604020202020204" pitchFamily="34" charset="0"/>
              </a:rPr>
              <a:t>SOSTENIBILIDAD FINANCIERA</a:t>
            </a:r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9C3D03A2-C140-4CA0-8705-937DEC4041C9}"/>
              </a:ext>
            </a:extLst>
          </p:cNvPr>
          <p:cNvSpPr txBox="1"/>
          <p:nvPr/>
        </p:nvSpPr>
        <p:spPr>
          <a:xfrm>
            <a:off x="734383" y="1890116"/>
            <a:ext cx="9272109" cy="183845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marR="62865" algn="just">
              <a:lnSpc>
                <a:spcPct val="150000"/>
              </a:lnSpc>
              <a:spcBef>
                <a:spcPts val="100"/>
              </a:spcBef>
              <a:defRPr/>
            </a:pPr>
            <a:r>
              <a:rPr lang="es-SV" sz="1600" b="1" spc="-1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OE11 </a:t>
            </a:r>
            <a:r>
              <a:rPr lang="es-SV" sz="1600" spc="-1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Asegurar una gestión financiera íntegra, eficiente y sostenible para el cumplimiento de la Misión y Visión institucional, bajo un enfoque de calidad, rendición de cuentas y mitigación de riesgos.</a:t>
            </a:r>
          </a:p>
          <a:p>
            <a:pPr marL="12700" marR="62865" algn="just">
              <a:lnSpc>
                <a:spcPct val="150000"/>
              </a:lnSpc>
              <a:spcBef>
                <a:spcPts val="100"/>
              </a:spcBef>
              <a:defRPr/>
            </a:pPr>
            <a:r>
              <a:rPr lang="es-SV" sz="1600" b="1" spc="-1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Metas: 26</a:t>
            </a:r>
          </a:p>
          <a:p>
            <a:pPr marL="12700" marR="62865">
              <a:lnSpc>
                <a:spcPct val="150000"/>
              </a:lnSpc>
              <a:spcBef>
                <a:spcPts val="100"/>
              </a:spcBef>
              <a:defRPr/>
            </a:pPr>
            <a:endParaRPr lang="es-SV" sz="1600" spc="-10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158F04AF-A3B2-4121-87ED-60D47EE4C1D7}"/>
              </a:ext>
            </a:extLst>
          </p:cNvPr>
          <p:cNvSpPr txBox="1"/>
          <p:nvPr/>
        </p:nvSpPr>
        <p:spPr>
          <a:xfrm>
            <a:off x="734384" y="3780084"/>
            <a:ext cx="9272109" cy="38536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marR="62865" lvl="0" algn="l">
              <a:lnSpc>
                <a:spcPct val="150000"/>
              </a:lnSpc>
              <a:spcBef>
                <a:spcPts val="100"/>
              </a:spcBef>
              <a:defRPr/>
            </a:pPr>
            <a:r>
              <a:rPr kumimoji="0" lang="es-MX" b="1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Estrategia</a:t>
            </a:r>
            <a:r>
              <a:rPr kumimoji="0" lang="es-MX" sz="1600" b="1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s-MX" b="1">
                <a:latin typeface="Arial" panose="020B0604020202020204" pitchFamily="34" charset="0"/>
                <a:cs typeface="Arial" panose="020B0604020202020204" pitchFamily="34" charset="0"/>
              </a:rPr>
              <a:t>AE3-TRANSFORMACIÓN DIGITAL </a:t>
            </a:r>
          </a:p>
        </p:txBody>
      </p:sp>
      <p:sp>
        <p:nvSpPr>
          <p:cNvPr id="27" name="object 2">
            <a:extLst>
              <a:ext uri="{FF2B5EF4-FFF2-40B4-BE49-F238E27FC236}">
                <a16:creationId xmlns:a16="http://schemas.microsoft.com/office/drawing/2014/main" id="{01AE15D1-3D18-4B6B-88C1-A859FF405741}"/>
              </a:ext>
            </a:extLst>
          </p:cNvPr>
          <p:cNvSpPr txBox="1"/>
          <p:nvPr/>
        </p:nvSpPr>
        <p:spPr>
          <a:xfrm>
            <a:off x="734386" y="4225837"/>
            <a:ext cx="9272109" cy="14691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marR="62865" algn="just">
              <a:lnSpc>
                <a:spcPct val="150000"/>
              </a:lnSpc>
              <a:spcBef>
                <a:spcPts val="100"/>
              </a:spcBef>
              <a:defRPr/>
            </a:pPr>
            <a:r>
              <a:rPr lang="es-SV" sz="1600" b="1" spc="-1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OE8 </a:t>
            </a:r>
            <a:r>
              <a:rPr lang="es-SV" sz="1600" spc="-1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Implementar la hoja de ruta de transformación digital UEES que permitan fortalecer la gobernanza, gestión estratégica e innovación para cerrar las brechas en el índice de madurez digital. </a:t>
            </a:r>
          </a:p>
          <a:p>
            <a:pPr marL="12700" marR="62865" algn="just">
              <a:lnSpc>
                <a:spcPct val="150000"/>
              </a:lnSpc>
              <a:spcBef>
                <a:spcPts val="100"/>
              </a:spcBef>
              <a:defRPr/>
            </a:pPr>
            <a:r>
              <a:rPr lang="es-SV" sz="1600" b="1" spc="-1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Metas: 18, 21, 23</a:t>
            </a:r>
            <a:endParaRPr lang="es-SV" sz="1600" spc="-1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62865">
              <a:lnSpc>
                <a:spcPct val="150000"/>
              </a:lnSpc>
              <a:spcBef>
                <a:spcPts val="100"/>
              </a:spcBef>
              <a:defRPr/>
            </a:pPr>
            <a:endParaRPr lang="es-SV" sz="1600" spc="-10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sp>
        <p:nvSpPr>
          <p:cNvPr id="28" name="Rectángulo redondeado 4">
            <a:extLst>
              <a:ext uri="{FF2B5EF4-FFF2-40B4-BE49-F238E27FC236}">
                <a16:creationId xmlns:a16="http://schemas.microsoft.com/office/drawing/2014/main" id="{FB37ACAE-1BBC-4326-9954-E5B5D995E90A}"/>
              </a:ext>
            </a:extLst>
          </p:cNvPr>
          <p:cNvSpPr/>
          <p:nvPr/>
        </p:nvSpPr>
        <p:spPr>
          <a:xfrm>
            <a:off x="1885531" y="306409"/>
            <a:ext cx="8420935" cy="44665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pPr algn="ctr"/>
            <a:r>
              <a:rPr lang="es-MX" sz="2000" kern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Informe de avance del Sistema de gestión Universitaria. SGU</a:t>
            </a:r>
          </a:p>
        </p:txBody>
      </p:sp>
    </p:spTree>
    <p:extLst>
      <p:ext uri="{BB962C8B-B14F-4D97-AF65-F5344CB8AC3E}">
        <p14:creationId xmlns:p14="http://schemas.microsoft.com/office/powerpoint/2010/main" val="59115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CA4C-AEB5-A6AF-8FA4-A0B4421B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4">
            <a:extLst>
              <a:ext uri="{FF2B5EF4-FFF2-40B4-BE49-F238E27FC236}">
                <a16:creationId xmlns:a16="http://schemas.microsoft.com/office/drawing/2014/main" id="{4879F09D-064D-435A-8DE4-AF98BE70C893}"/>
              </a:ext>
            </a:extLst>
          </p:cNvPr>
          <p:cNvSpPr/>
          <p:nvPr/>
        </p:nvSpPr>
        <p:spPr>
          <a:xfrm>
            <a:off x="1885532" y="362329"/>
            <a:ext cx="8420935" cy="44665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pPr algn="ctr"/>
            <a:r>
              <a:rPr lang="es-SV" sz="2000" kern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Estado Actual del Sistema de Gestión Universitario </a:t>
            </a:r>
            <a:endParaRPr lang="es-MX" sz="2000" kern="0">
              <a:solidFill>
                <a:prstClr val="white"/>
              </a:solidFill>
              <a:effectLst>
                <a:glow rad="101600">
                  <a:prstClr val="black">
                    <a:alpha val="60000"/>
                  </a:prst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MT"/>
            </a:endParaRPr>
          </a:p>
        </p:txBody>
      </p:sp>
      <p:sp>
        <p:nvSpPr>
          <p:cNvPr id="14" name="Rectángulo redondeado 4">
            <a:extLst>
              <a:ext uri="{FF2B5EF4-FFF2-40B4-BE49-F238E27FC236}">
                <a16:creationId xmlns:a16="http://schemas.microsoft.com/office/drawing/2014/main" id="{D1BA9FE1-C122-401E-82DC-D0ABB8AC9EEE}"/>
              </a:ext>
            </a:extLst>
          </p:cNvPr>
          <p:cNvSpPr/>
          <p:nvPr/>
        </p:nvSpPr>
        <p:spPr>
          <a:xfrm>
            <a:off x="382358" y="3104916"/>
            <a:ext cx="3925957" cy="44665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r>
              <a:rPr lang="es-SV" sz="1600" kern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Análisis de requerimiento.</a:t>
            </a:r>
            <a:endParaRPr lang="es-MX" sz="1600" kern="0">
              <a:solidFill>
                <a:prstClr val="white"/>
              </a:solidFill>
              <a:effectLst>
                <a:glow rad="101600">
                  <a:prstClr val="black">
                    <a:alpha val="60000"/>
                  </a:prst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MT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5601142-C84E-43AC-9021-2F49E6A3E0E5}"/>
              </a:ext>
            </a:extLst>
          </p:cNvPr>
          <p:cNvSpPr/>
          <p:nvPr/>
        </p:nvSpPr>
        <p:spPr>
          <a:xfrm>
            <a:off x="382358" y="3666798"/>
            <a:ext cx="3925957" cy="24622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s-E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s-MX" sz="1400" b="1">
                <a:ea typeface="Calibri"/>
                <a:cs typeface="Calibri"/>
              </a:rPr>
              <a:t>Actividades .</a:t>
            </a:r>
            <a:endParaRPr lang="es-MX" sz="1400">
              <a:ea typeface="Calibri"/>
              <a:cs typeface="Calibri"/>
            </a:endParaRPr>
          </a:p>
          <a:p>
            <a:pPr marL="800100" lvl="1" indent="-342900">
              <a:buFont typeface="Courier New"/>
              <a:buChar char="o"/>
            </a:pPr>
            <a:r>
              <a:rPr lang="es-MX" sz="1400" b="1">
                <a:ea typeface="Calibri"/>
                <a:cs typeface="Calibri"/>
              </a:rPr>
              <a:t>Identificación y análisis de procesos generales y procedimientos de cada área</a:t>
            </a:r>
          </a:p>
          <a:p>
            <a:pPr marL="800100" lvl="1" indent="-342900">
              <a:buFont typeface="Courier New"/>
              <a:buChar char="o"/>
            </a:pPr>
            <a:r>
              <a:rPr lang="es-MX" sz="1400" b="1">
                <a:ea typeface="Calibri"/>
                <a:cs typeface="Calibri"/>
              </a:rPr>
              <a:t>Análisis y documentación de los requerimientos.</a:t>
            </a:r>
          </a:p>
          <a:p>
            <a:pPr marL="342900" indent="-342900">
              <a:buAutoNum type="arabicPeriod" startAt="2"/>
            </a:pPr>
            <a:r>
              <a:rPr lang="es-MX" sz="1400" b="1">
                <a:ea typeface="Calibri"/>
                <a:cs typeface="Calibri"/>
              </a:rPr>
              <a:t>Resultados esperados.</a:t>
            </a:r>
          </a:p>
          <a:p>
            <a:pPr lvl="2" indent="-457200">
              <a:buFont typeface="Courier New"/>
              <a:buChar char="o"/>
            </a:pPr>
            <a:r>
              <a:rPr lang="es-MX" sz="1400" b="1">
                <a:ea typeface="Calibri"/>
                <a:cs typeface="Calibri"/>
              </a:rPr>
              <a:t>Matriz</a:t>
            </a:r>
            <a:r>
              <a:rPr lang="en-US" sz="1400" b="1">
                <a:ea typeface="Calibri"/>
                <a:cs typeface="Calibri"/>
              </a:rPr>
              <a:t> de </a:t>
            </a:r>
            <a:r>
              <a:rPr lang="es-MX" sz="1400" b="1">
                <a:ea typeface="Calibri"/>
                <a:cs typeface="Calibri"/>
              </a:rPr>
              <a:t>requerimientos.</a:t>
            </a:r>
          </a:p>
          <a:p>
            <a:pPr lvl="2" indent="-457200">
              <a:buFont typeface="Courier New"/>
              <a:buChar char="o"/>
            </a:pPr>
            <a:r>
              <a:rPr lang="es-MX" sz="1400" b="1">
                <a:ea typeface="Calibri"/>
                <a:cs typeface="Calibri"/>
              </a:rPr>
              <a:t>Matriz de dependencia de procesos.</a:t>
            </a:r>
          </a:p>
          <a:p>
            <a:pPr lvl="2" indent="-457200">
              <a:buFont typeface="Courier New"/>
              <a:buChar char="o"/>
            </a:pPr>
            <a:endParaRPr lang="es-MX" sz="1400" b="1">
              <a:ea typeface="Calibri"/>
              <a:cs typeface="Calibri"/>
            </a:endParaRPr>
          </a:p>
          <a:p>
            <a:pPr lvl="2" indent="-457200">
              <a:buFont typeface="Courier New"/>
              <a:buChar char="o"/>
            </a:pPr>
            <a:endParaRPr lang="es-MX" sz="1400" b="1">
              <a:ea typeface="Calibri"/>
              <a:cs typeface="Calibri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57402CF-A470-4157-9062-4178ED7162A7}"/>
              </a:ext>
            </a:extLst>
          </p:cNvPr>
          <p:cNvSpPr/>
          <p:nvPr/>
        </p:nvSpPr>
        <p:spPr>
          <a:xfrm>
            <a:off x="4308315" y="3664337"/>
            <a:ext cx="3957728" cy="24622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s-E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s-419" sz="1400" b="1">
                <a:ea typeface="Calibri"/>
                <a:cs typeface="Calibri"/>
              </a:rPr>
              <a:t>Se iniciarán los trabajos para definir la arquitectura base y el diseño estructural del sistema ERP, estableciendo los lineamientos técnicos, estándares de desarrollo y modelo de integración entre módulos. Este trabajo permitirá que, una vez concluidos los levantamientos de procesos y requerimientos en 2026, el desarrollo pueda ejecutarse sobre una infraestructura tecnológica sólida, escalable y alineada con las necesidades institucionales.</a:t>
            </a:r>
            <a:endParaRPr lang="es-MX" sz="1600" b="1">
              <a:ea typeface="Calibri"/>
              <a:cs typeface="Calibri"/>
            </a:endParaRP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3A2A14D0-7E06-4FA1-9988-4F223A9CF0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4237826"/>
              </p:ext>
            </p:extLst>
          </p:nvPr>
        </p:nvGraphicFramePr>
        <p:xfrm>
          <a:off x="799800" y="1266100"/>
          <a:ext cx="10491052" cy="1256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ángulo redondeado 4">
            <a:extLst>
              <a:ext uri="{FF2B5EF4-FFF2-40B4-BE49-F238E27FC236}">
                <a16:creationId xmlns:a16="http://schemas.microsoft.com/office/drawing/2014/main" id="{EB6E0E75-4EA8-4F95-BA98-0239313034B9}"/>
              </a:ext>
            </a:extLst>
          </p:cNvPr>
          <p:cNvSpPr/>
          <p:nvPr/>
        </p:nvSpPr>
        <p:spPr>
          <a:xfrm>
            <a:off x="382356" y="921750"/>
            <a:ext cx="5501607" cy="44665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r>
              <a:rPr lang="es-SV" sz="2000" kern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Fases del proyecto.</a:t>
            </a:r>
            <a:endParaRPr lang="es-MX" sz="2000" kern="0">
              <a:solidFill>
                <a:prstClr val="white"/>
              </a:solidFill>
              <a:effectLst>
                <a:glow rad="101600">
                  <a:prstClr val="black">
                    <a:alpha val="60000"/>
                  </a:prst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MT"/>
            </a:endParaRPr>
          </a:p>
        </p:txBody>
      </p:sp>
      <p:sp>
        <p:nvSpPr>
          <p:cNvPr id="10" name="Rectángulo redondeado 4">
            <a:extLst>
              <a:ext uri="{FF2B5EF4-FFF2-40B4-BE49-F238E27FC236}">
                <a16:creationId xmlns:a16="http://schemas.microsoft.com/office/drawing/2014/main" id="{A3DCF45F-8E20-4B31-B31B-A4A1196F4F98}"/>
              </a:ext>
            </a:extLst>
          </p:cNvPr>
          <p:cNvSpPr/>
          <p:nvPr/>
        </p:nvSpPr>
        <p:spPr>
          <a:xfrm>
            <a:off x="382357" y="2451998"/>
            <a:ext cx="5501607" cy="44665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r>
              <a:rPr lang="es-SV" kern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Fases en Ejecución desde Junio a Octubre 2025 </a:t>
            </a:r>
            <a:endParaRPr lang="es-MX" kern="0">
              <a:solidFill>
                <a:prstClr val="white"/>
              </a:solidFill>
              <a:effectLst>
                <a:glow rad="101600">
                  <a:prstClr val="black">
                    <a:alpha val="60000"/>
                  </a:prst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MT"/>
            </a:endParaRPr>
          </a:p>
        </p:txBody>
      </p:sp>
      <p:sp>
        <p:nvSpPr>
          <p:cNvPr id="11" name="Rectángulo redondeado 4">
            <a:extLst>
              <a:ext uri="{FF2B5EF4-FFF2-40B4-BE49-F238E27FC236}">
                <a16:creationId xmlns:a16="http://schemas.microsoft.com/office/drawing/2014/main" id="{35AAB98F-3B7B-4D23-B44E-BAD9A97A5F57}"/>
              </a:ext>
            </a:extLst>
          </p:cNvPr>
          <p:cNvSpPr/>
          <p:nvPr/>
        </p:nvSpPr>
        <p:spPr>
          <a:xfrm>
            <a:off x="4308316" y="3098884"/>
            <a:ext cx="3957728" cy="44665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r>
              <a:rPr lang="es-SV" sz="1600" kern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Planificación y Diseño.</a:t>
            </a:r>
            <a:endParaRPr lang="es-MX" sz="1600" kern="0">
              <a:solidFill>
                <a:prstClr val="white"/>
              </a:solidFill>
              <a:effectLst>
                <a:glow rad="101600">
                  <a:prstClr val="black">
                    <a:alpha val="60000"/>
                  </a:prst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MT"/>
            </a:endParaRPr>
          </a:p>
        </p:txBody>
      </p:sp>
      <p:sp>
        <p:nvSpPr>
          <p:cNvPr id="12" name="Rectángulo redondeado 4">
            <a:extLst>
              <a:ext uri="{FF2B5EF4-FFF2-40B4-BE49-F238E27FC236}">
                <a16:creationId xmlns:a16="http://schemas.microsoft.com/office/drawing/2014/main" id="{88C76D31-55BA-4DF0-B63F-35E1843EB28A}"/>
              </a:ext>
            </a:extLst>
          </p:cNvPr>
          <p:cNvSpPr/>
          <p:nvPr/>
        </p:nvSpPr>
        <p:spPr>
          <a:xfrm>
            <a:off x="8266043" y="3104916"/>
            <a:ext cx="3621157" cy="44665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r>
              <a:rPr lang="es-SV" sz="1600" kern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Gestión Administrativas.</a:t>
            </a:r>
            <a:endParaRPr lang="es-MX" sz="1600" kern="0">
              <a:solidFill>
                <a:prstClr val="white"/>
              </a:solidFill>
              <a:effectLst>
                <a:glow rad="101600">
                  <a:prstClr val="black">
                    <a:alpha val="60000"/>
                  </a:prst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MT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B6B3BEC-CA7C-4D36-8284-F17788D9AB05}"/>
              </a:ext>
            </a:extLst>
          </p:cNvPr>
          <p:cNvSpPr/>
          <p:nvPr/>
        </p:nvSpPr>
        <p:spPr>
          <a:xfrm>
            <a:off x="8266043" y="3664337"/>
            <a:ext cx="3621158" cy="24622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s-E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lphaLcParenR"/>
            </a:pPr>
            <a:r>
              <a:rPr lang="es-MX" sz="1400" b="1">
                <a:cs typeface="Calibri"/>
              </a:rPr>
              <a:t>Remodelación  del espacio físico de TI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s-MX" sz="1400" b="1">
                <a:cs typeface="Calibri"/>
              </a:rPr>
              <a:t>Fecha Inicio: </a:t>
            </a:r>
            <a:r>
              <a:rPr lang="es-ES" sz="1400" b="1">
                <a:cs typeface="Calibri"/>
              </a:rPr>
              <a:t>15/07/2025</a:t>
            </a:r>
            <a:r>
              <a:rPr lang="es-MX" sz="1400" b="1">
                <a:cs typeface="Calibri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b="1">
                <a:cs typeface="Calibri"/>
              </a:rPr>
              <a:t>          Estado: </a:t>
            </a:r>
            <a:r>
              <a:rPr lang="es-SV" sz="1400" b="1">
                <a:cs typeface="Calibri"/>
              </a:rPr>
              <a:t>En ejecución</a:t>
            </a:r>
            <a:r>
              <a:rPr lang="es-MX" sz="1400" b="1">
                <a:cs typeface="Calibri"/>
              </a:rPr>
              <a:t>.</a:t>
            </a:r>
          </a:p>
          <a:p>
            <a:pPr marL="342900" indent="-342900">
              <a:buFont typeface="+mj-lt"/>
              <a:buAutoNum type="alphaLcParenR"/>
            </a:pPr>
            <a:r>
              <a:rPr lang="es-MX" sz="1400" b="1">
                <a:cs typeface="Calibri"/>
              </a:rPr>
              <a:t>Gestión de compra de equipo tecnológico para el personal que estará a cargo de este nuevo proyecto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s-MX" sz="1400" b="1">
                <a:cs typeface="Calibri"/>
              </a:rPr>
              <a:t>Fecha Inicio: </a:t>
            </a:r>
            <a:r>
              <a:rPr lang="es-ES" sz="1400" b="1">
                <a:cs typeface="Calibri"/>
              </a:rPr>
              <a:t>16/07/2025</a:t>
            </a:r>
            <a:r>
              <a:rPr lang="es-MX" sz="1400" b="1">
                <a:cs typeface="Calibri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b="1">
                <a:cs typeface="Calibri"/>
              </a:rPr>
              <a:t>          Estado: </a:t>
            </a:r>
            <a:r>
              <a:rPr lang="es-SV" sz="1400" b="1">
                <a:cs typeface="Calibri"/>
              </a:rPr>
              <a:t>Finalizada</a:t>
            </a:r>
            <a:r>
              <a:rPr lang="es-MX" sz="1400" b="1">
                <a:cs typeface="Calibri"/>
              </a:rPr>
              <a:t>.</a:t>
            </a:r>
          </a:p>
          <a:p>
            <a:r>
              <a:rPr lang="es-MX" sz="1400" b="1">
                <a:cs typeface="Calibri"/>
              </a:rPr>
              <a:t>c)	Contratación del nuevo personal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s-MX" sz="1400" b="1">
                <a:cs typeface="Calibri"/>
              </a:rPr>
              <a:t>Fecha Inicio: </a:t>
            </a:r>
            <a:r>
              <a:rPr lang="es-ES" sz="1400" b="1">
                <a:cs typeface="Calibri"/>
              </a:rPr>
              <a:t>04/07/2025</a:t>
            </a:r>
            <a:r>
              <a:rPr lang="es-MX" sz="1400" b="1">
                <a:cs typeface="Calibri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MX" sz="1400" b="1">
                <a:cs typeface="Calibri"/>
              </a:rPr>
              <a:t>          Estado: </a:t>
            </a:r>
            <a:r>
              <a:rPr lang="es-SV" sz="1400" b="1">
                <a:cs typeface="Calibri"/>
              </a:rPr>
              <a:t>En Pausa</a:t>
            </a:r>
            <a:r>
              <a:rPr lang="es-MX" sz="1400" b="1"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178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 animBg="1"/>
      <p:bldGraphic spid="8" grpId="0">
        <p:bldAsOne/>
      </p:bldGraphic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CA4C-AEB5-A6AF-8FA4-A0B4421B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2">
            <a:extLst>
              <a:ext uri="{FF2B5EF4-FFF2-40B4-BE49-F238E27FC236}">
                <a16:creationId xmlns:a16="http://schemas.microsoft.com/office/drawing/2014/main" id="{01AE15D1-3D18-4B6B-88C1-A859FF405741}"/>
              </a:ext>
            </a:extLst>
          </p:cNvPr>
          <p:cNvSpPr txBox="1"/>
          <p:nvPr/>
        </p:nvSpPr>
        <p:spPr>
          <a:xfrm>
            <a:off x="947450" y="3429000"/>
            <a:ext cx="9272109" cy="22288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r>
              <a:rPr lang="es-419" sz="1600"/>
              <a:t>A diciembre 2026 se estima alcanzar un </a:t>
            </a:r>
            <a:r>
              <a:rPr lang="es-419" sz="1600" b="1"/>
              <a:t>35 % de avance en el levantamiento de requerimientos</a:t>
            </a:r>
            <a:r>
              <a:rPr lang="es-419" sz="1600"/>
              <a:t> vinculados a los módulos de las áreas académica, financiera y de talento humano. Este trabajo se desarrollará </a:t>
            </a:r>
            <a:r>
              <a:rPr lang="es-419" sz="1600" b="1"/>
              <a:t>de forma paralela al proceso de levantamiento y actualización de procedimientos institucionales</a:t>
            </a:r>
            <a:r>
              <a:rPr lang="es-419" sz="1600"/>
              <a:t> que será liderado por la </a:t>
            </a:r>
            <a:r>
              <a:rPr lang="es-419" sz="1600" b="1"/>
              <a:t>Dirección de Calidad y Transformación Digital</a:t>
            </a:r>
            <a:r>
              <a:rPr lang="es-419" sz="1600"/>
              <a:t> </a:t>
            </a:r>
          </a:p>
          <a:p>
            <a:endParaRPr lang="es-419" sz="1600"/>
          </a:p>
          <a:p>
            <a:r>
              <a:rPr lang="es-419" sz="1600"/>
              <a:t>En este sentido, </a:t>
            </a:r>
            <a:r>
              <a:rPr lang="es-419" sz="1600" b="1"/>
              <a:t>STI realizará el levantamiento y documentación de requerimientos técnicos y funcionales previos</a:t>
            </a:r>
            <a:r>
              <a:rPr lang="es-419" sz="1600"/>
              <a:t>, con el propósito de </a:t>
            </a:r>
            <a:r>
              <a:rPr lang="es-419" sz="1600" b="1"/>
              <a:t>anticipar el análisis del sistema ERP</a:t>
            </a:r>
            <a:r>
              <a:rPr lang="es-419" sz="1600"/>
              <a:t> y preparar los insumos necesarios para el diseño y desarrollo posterior. Esta coordinación permitirá contar con </a:t>
            </a:r>
            <a:r>
              <a:rPr lang="es-419" sz="1600" b="1"/>
              <a:t>información estandarizada y validada</a:t>
            </a:r>
            <a:r>
              <a:rPr lang="es-419" sz="1600"/>
              <a:t>, asegurando una transición ordenada hacia el nuevo sistema institucional.</a:t>
            </a:r>
          </a:p>
        </p:txBody>
      </p:sp>
      <p:sp>
        <p:nvSpPr>
          <p:cNvPr id="28" name="Rectángulo redondeado 4">
            <a:extLst>
              <a:ext uri="{FF2B5EF4-FFF2-40B4-BE49-F238E27FC236}">
                <a16:creationId xmlns:a16="http://schemas.microsoft.com/office/drawing/2014/main" id="{FB37ACAE-1BBC-4326-9954-E5B5D995E90A}"/>
              </a:ext>
            </a:extLst>
          </p:cNvPr>
          <p:cNvSpPr/>
          <p:nvPr/>
        </p:nvSpPr>
        <p:spPr>
          <a:xfrm>
            <a:off x="1885531" y="306409"/>
            <a:ext cx="8420935" cy="44665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pPr algn="ctr"/>
            <a:r>
              <a:rPr lang="es-MX" sz="2000" kern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Avance estimado de Análisis de requerimientos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D337DA2-9243-4A0E-9E02-F39F32510DBE}"/>
              </a:ext>
            </a:extLst>
          </p:cNvPr>
          <p:cNvSpPr txBox="1"/>
          <p:nvPr/>
        </p:nvSpPr>
        <p:spPr>
          <a:xfrm>
            <a:off x="1618887" y="1176632"/>
            <a:ext cx="2095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/>
            </a:pPr>
            <a:r>
              <a:rPr lang="es-SV"/>
              <a:t>Académico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E7353AF-9626-4C69-94E2-6D0CEC97F823}"/>
              </a:ext>
            </a:extLst>
          </p:cNvPr>
          <p:cNvSpPr/>
          <p:nvPr/>
        </p:nvSpPr>
        <p:spPr>
          <a:xfrm>
            <a:off x="3714331" y="1176632"/>
            <a:ext cx="4572000" cy="36576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2322CA08-7940-4A4A-BEB0-7948442C43FB}"/>
              </a:ext>
            </a:extLst>
          </p:cNvPr>
          <p:cNvSpPr/>
          <p:nvPr/>
        </p:nvSpPr>
        <p:spPr>
          <a:xfrm>
            <a:off x="3714331" y="1176632"/>
            <a:ext cx="1411122" cy="3657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72B76EA0-5D79-4508-870C-E59BF5E6B38E}"/>
              </a:ext>
            </a:extLst>
          </p:cNvPr>
          <p:cNvSpPr txBox="1"/>
          <p:nvPr/>
        </p:nvSpPr>
        <p:spPr>
          <a:xfrm>
            <a:off x="8469211" y="1176632"/>
            <a:ext cx="5934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rPr lang="es-SV"/>
              <a:t>3</a:t>
            </a:r>
            <a:r>
              <a:t>5 %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4E58688A-FFC2-4103-94EC-B83191694500}"/>
              </a:ext>
            </a:extLst>
          </p:cNvPr>
          <p:cNvSpPr txBox="1"/>
          <p:nvPr/>
        </p:nvSpPr>
        <p:spPr>
          <a:xfrm>
            <a:off x="1618886" y="1965959"/>
            <a:ext cx="20954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/>
            </a:pPr>
            <a:r>
              <a:rPr lang="es-SV"/>
              <a:t>Contabilidad y Finanzas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A4D6516-A5C1-4C6A-A45C-47A6CB190B12}"/>
              </a:ext>
            </a:extLst>
          </p:cNvPr>
          <p:cNvSpPr/>
          <p:nvPr/>
        </p:nvSpPr>
        <p:spPr>
          <a:xfrm>
            <a:off x="3714331" y="1908152"/>
            <a:ext cx="4572000" cy="36576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B5A3F39E-AB5F-4554-B2D5-6FE14734B892}"/>
              </a:ext>
            </a:extLst>
          </p:cNvPr>
          <p:cNvSpPr/>
          <p:nvPr/>
        </p:nvSpPr>
        <p:spPr>
          <a:xfrm>
            <a:off x="3714331" y="1908152"/>
            <a:ext cx="1411122" cy="365760"/>
          </a:xfrm>
          <a:prstGeom prst="rect">
            <a:avLst/>
          </a:prstGeom>
          <a:solidFill>
            <a:srgbClr val="0070C0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B8FF98C5-A141-42A5-A1B1-3B08839CB1DC}"/>
              </a:ext>
            </a:extLst>
          </p:cNvPr>
          <p:cNvSpPr txBox="1"/>
          <p:nvPr/>
        </p:nvSpPr>
        <p:spPr>
          <a:xfrm>
            <a:off x="8469211" y="1908152"/>
            <a:ext cx="5934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rPr lang="es-SV"/>
              <a:t>3</a:t>
            </a:r>
            <a:r>
              <a:t>5 %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94166A39-ABC3-4B7B-A5CD-9DFF8259AE3A}"/>
              </a:ext>
            </a:extLst>
          </p:cNvPr>
          <p:cNvSpPr txBox="1"/>
          <p:nvPr/>
        </p:nvSpPr>
        <p:spPr>
          <a:xfrm>
            <a:off x="1618886" y="2639672"/>
            <a:ext cx="20954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/>
            </a:pPr>
            <a:r>
              <a:rPr lang="es-SV"/>
              <a:t>Talento Humano</a:t>
            </a: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A07F3622-0620-4808-ACBC-6C66B9674CC3}"/>
              </a:ext>
            </a:extLst>
          </p:cNvPr>
          <p:cNvSpPr/>
          <p:nvPr/>
        </p:nvSpPr>
        <p:spPr>
          <a:xfrm>
            <a:off x="3714331" y="2639672"/>
            <a:ext cx="4572000" cy="36576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00773FAD-3D2A-4A4B-BF8D-07D144DF1D09}"/>
              </a:ext>
            </a:extLst>
          </p:cNvPr>
          <p:cNvSpPr/>
          <p:nvPr/>
        </p:nvSpPr>
        <p:spPr>
          <a:xfrm>
            <a:off x="3714331" y="2639672"/>
            <a:ext cx="1411122" cy="365760"/>
          </a:xfrm>
          <a:prstGeom prst="rect">
            <a:avLst/>
          </a:prstGeom>
          <a:solidFill>
            <a:srgbClr val="0070C0"/>
          </a:solidFill>
          <a:ln>
            <a:solidFill>
              <a:srgbClr val="3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655F5CEA-F7D6-4388-B915-97B864E2B96E}"/>
              </a:ext>
            </a:extLst>
          </p:cNvPr>
          <p:cNvSpPr txBox="1"/>
          <p:nvPr/>
        </p:nvSpPr>
        <p:spPr>
          <a:xfrm>
            <a:off x="8469211" y="2639672"/>
            <a:ext cx="5934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rPr lang="es-SV"/>
              <a:t>3</a:t>
            </a:r>
            <a:r>
              <a:t>5 %</a:t>
            </a:r>
          </a:p>
        </p:txBody>
      </p:sp>
    </p:spTree>
    <p:extLst>
      <p:ext uri="{BB962C8B-B14F-4D97-AF65-F5344CB8AC3E}">
        <p14:creationId xmlns:p14="http://schemas.microsoft.com/office/powerpoint/2010/main" val="303204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CA4C-AEB5-A6AF-8FA4-A0B4421B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4">
            <a:extLst>
              <a:ext uri="{FF2B5EF4-FFF2-40B4-BE49-F238E27FC236}">
                <a16:creationId xmlns:a16="http://schemas.microsoft.com/office/drawing/2014/main" id="{4879F09D-064D-435A-8DE4-AF98BE70C893}"/>
              </a:ext>
            </a:extLst>
          </p:cNvPr>
          <p:cNvSpPr/>
          <p:nvPr/>
        </p:nvSpPr>
        <p:spPr>
          <a:xfrm>
            <a:off x="563536" y="440860"/>
            <a:ext cx="8420935" cy="44665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r>
              <a:rPr lang="es-MX" sz="2000" kern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Propuesta de reprogramación de Cronograma  2026 – 2029</a:t>
            </a:r>
            <a:r>
              <a:rPr lang="es-SV" sz="2000" kern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 </a:t>
            </a:r>
            <a:endParaRPr lang="es-MX" sz="2000" kern="0">
              <a:solidFill>
                <a:prstClr val="white"/>
              </a:solidFill>
              <a:effectLst>
                <a:glow rad="101600">
                  <a:prstClr val="black">
                    <a:alpha val="60000"/>
                  </a:prst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MT"/>
            </a:endParaRPr>
          </a:p>
        </p:txBody>
      </p:sp>
      <p:sp>
        <p:nvSpPr>
          <p:cNvPr id="9" name="Rectángulo redondeado 4">
            <a:extLst>
              <a:ext uri="{FF2B5EF4-FFF2-40B4-BE49-F238E27FC236}">
                <a16:creationId xmlns:a16="http://schemas.microsoft.com/office/drawing/2014/main" id="{ADDEEE10-F7E5-4A22-9086-DD1744201D25}"/>
              </a:ext>
            </a:extLst>
          </p:cNvPr>
          <p:cNvSpPr/>
          <p:nvPr/>
        </p:nvSpPr>
        <p:spPr>
          <a:xfrm>
            <a:off x="563536" y="3331456"/>
            <a:ext cx="7857396" cy="461529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kern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📅 </a:t>
            </a:r>
            <a:r>
              <a:rPr lang="es-MX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Cronograma Gantt </a:t>
            </a:r>
            <a:endParaRPr lang="es-MX" kern="0">
              <a:solidFill>
                <a:prstClr val="white"/>
              </a:solidFill>
              <a:effectLst>
                <a:glow rad="101600">
                  <a:prstClr val="black">
                    <a:alpha val="60000"/>
                  </a:prst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M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73FA2EF-9F67-408A-8A2D-AAAE17F1A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6" y="4029605"/>
            <a:ext cx="9044596" cy="2178689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71B1899E-5C84-482A-9958-A05A6E1CFB9E}"/>
              </a:ext>
            </a:extLst>
          </p:cNvPr>
          <p:cNvSpPr/>
          <p:nvPr/>
        </p:nvSpPr>
        <p:spPr>
          <a:xfrm>
            <a:off x="563536" y="1711707"/>
            <a:ext cx="3185608" cy="2539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>
                <a:solidFill>
                  <a:schemeClr val="bg1"/>
                </a:solidFill>
              </a:rPr>
              <a:t>2026 - 2027</a:t>
            </a:r>
            <a:endParaRPr lang="es-SV" b="1">
              <a:solidFill>
                <a:schemeClr val="bg1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827291C-F6BB-4DD1-8F01-920555A77C75}"/>
              </a:ext>
            </a:extLst>
          </p:cNvPr>
          <p:cNvSpPr/>
          <p:nvPr/>
        </p:nvSpPr>
        <p:spPr>
          <a:xfrm>
            <a:off x="3749144" y="1711707"/>
            <a:ext cx="6583889" cy="2539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>
                <a:solidFill>
                  <a:schemeClr val="bg1"/>
                </a:solidFill>
              </a:rPr>
              <a:t>2027 – 2029</a:t>
            </a:r>
            <a:endParaRPr lang="es-SV" b="1">
              <a:solidFill>
                <a:schemeClr val="bg1"/>
              </a:solidFill>
            </a:endParaRPr>
          </a:p>
        </p:txBody>
      </p:sp>
      <p:graphicFrame>
        <p:nvGraphicFramePr>
          <p:cNvPr id="13" name="Diagrama 12">
            <a:extLst>
              <a:ext uri="{FF2B5EF4-FFF2-40B4-BE49-F238E27FC236}">
                <a16:creationId xmlns:a16="http://schemas.microsoft.com/office/drawing/2014/main" id="{C727416F-A182-4ABD-8A52-E8CA9957C5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1372638"/>
              </p:ext>
            </p:extLst>
          </p:nvPr>
        </p:nvGraphicFramePr>
        <p:xfrm>
          <a:off x="563536" y="1956788"/>
          <a:ext cx="9769497" cy="1256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Rectángulo redondeado 4">
            <a:extLst>
              <a:ext uri="{FF2B5EF4-FFF2-40B4-BE49-F238E27FC236}">
                <a16:creationId xmlns:a16="http://schemas.microsoft.com/office/drawing/2014/main" id="{8F1D2A27-1A4B-4428-91B1-12752E68CC07}"/>
              </a:ext>
            </a:extLst>
          </p:cNvPr>
          <p:cNvSpPr/>
          <p:nvPr/>
        </p:nvSpPr>
        <p:spPr>
          <a:xfrm>
            <a:off x="563536" y="1049748"/>
            <a:ext cx="7857396" cy="461529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kern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📅 Cronograma </a:t>
            </a:r>
            <a:r>
              <a:rPr lang="es-MX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General de las </a:t>
            </a:r>
            <a:r>
              <a:rPr lang="es-MX" kern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Fases</a:t>
            </a:r>
          </a:p>
        </p:txBody>
      </p:sp>
    </p:spTree>
    <p:extLst>
      <p:ext uri="{BB962C8B-B14F-4D97-AF65-F5344CB8AC3E}">
        <p14:creationId xmlns:p14="http://schemas.microsoft.com/office/powerpoint/2010/main" val="292683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Graphic spid="13" grpId="0">
        <p:bldAsOne/>
      </p:bldGraphic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CA4C-AEB5-A6AF-8FA4-A0B4421B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4">
            <a:extLst>
              <a:ext uri="{FF2B5EF4-FFF2-40B4-BE49-F238E27FC236}">
                <a16:creationId xmlns:a16="http://schemas.microsoft.com/office/drawing/2014/main" id="{4879F09D-064D-435A-8DE4-AF98BE70C893}"/>
              </a:ext>
            </a:extLst>
          </p:cNvPr>
          <p:cNvSpPr/>
          <p:nvPr/>
        </p:nvSpPr>
        <p:spPr>
          <a:xfrm>
            <a:off x="1885532" y="396471"/>
            <a:ext cx="8420935" cy="44665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pPr algn="ctr"/>
            <a:r>
              <a:rPr lang="es-SV" sz="2000" kern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Continuidad operativa del sistema actual(CLASS) </a:t>
            </a:r>
            <a:endParaRPr lang="es-MX" sz="2000" kern="0">
              <a:solidFill>
                <a:prstClr val="white"/>
              </a:solidFill>
              <a:effectLst>
                <a:glow rad="101600">
                  <a:prstClr val="black">
                    <a:alpha val="60000"/>
                  </a:prst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MT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5D92F173-FE8E-47EE-BA42-52FFDBC4263D}"/>
              </a:ext>
            </a:extLst>
          </p:cNvPr>
          <p:cNvSpPr txBox="1"/>
          <p:nvPr/>
        </p:nvSpPr>
        <p:spPr>
          <a:xfrm>
            <a:off x="563536" y="1028982"/>
            <a:ext cx="11057334" cy="367228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600"/>
              <a:t>A pesar de que el sistema </a:t>
            </a:r>
            <a:r>
              <a:rPr lang="es-419" sz="1600" b="1"/>
              <a:t>CLASS</a:t>
            </a:r>
            <a:r>
              <a:rPr lang="es-419" sz="1600"/>
              <a:t> ha dejado de recibir soporte del proveedor y no se cuenta con acceso a su código fuente, </a:t>
            </a:r>
            <a:r>
              <a:rPr lang="es-419" sz="1600" b="1"/>
              <a:t>la universidad puede continuar operando con normalidad</a:t>
            </a:r>
            <a:r>
              <a:rPr lang="es-419" sz="1600"/>
              <a:t> en las gestiones académicas, administrativas y financieras. El sistema mantiene la capacidad de </a:t>
            </a:r>
            <a:r>
              <a:rPr lang="es-419" sz="1600" b="1"/>
              <a:t>procesar matrículas, gestionar expedientes y ejecutar procesos institucionales</a:t>
            </a:r>
            <a:r>
              <a:rPr lang="es-419" sz="1600"/>
              <a:t>, garantizando la continuidad de las operaciones actuales.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419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600"/>
              <a:t>Sin embargo, </a:t>
            </a:r>
            <a:r>
              <a:rPr lang="es-419" sz="1600" b="1"/>
              <a:t>el crecimiento institucional y la necesidad de modernización de procesos</a:t>
            </a:r>
            <a:r>
              <a:rPr lang="es-419" sz="1600"/>
              <a:t> demandan una plataforma más </a:t>
            </a:r>
            <a:r>
              <a:rPr lang="es-419" sz="1600" b="1"/>
              <a:t>escalable, adaptable a los nuevos requerimientos académicos y administrativos</a:t>
            </a:r>
            <a:r>
              <a:rPr lang="es-419" sz="1600"/>
              <a:t>. Por tanto, la continuidad del sistema actual es </a:t>
            </a:r>
            <a:r>
              <a:rPr lang="es-419" sz="1600" b="1"/>
              <a:t>temporalmente sostenible</a:t>
            </a:r>
            <a:r>
              <a:rPr lang="es-419" sz="1600"/>
              <a:t>, pero </a:t>
            </a:r>
            <a:r>
              <a:rPr lang="es-419" sz="1600" b="1"/>
              <a:t>no viable como solución a largo plazo</a:t>
            </a:r>
            <a:r>
              <a:rPr lang="es-419" sz="1600"/>
              <a:t>, reforzando la importancia de avanzar con el </a:t>
            </a:r>
            <a:r>
              <a:rPr lang="es-419" sz="1600" b="1"/>
              <a:t>proyecto ERP UEES</a:t>
            </a:r>
            <a:r>
              <a:rPr lang="es-419" sz="1600"/>
              <a:t>.</a:t>
            </a:r>
          </a:p>
          <a:p>
            <a:pPr marL="12700" marR="62865">
              <a:lnSpc>
                <a:spcPct val="150000"/>
              </a:lnSpc>
              <a:spcBef>
                <a:spcPts val="100"/>
              </a:spcBef>
              <a:defRPr/>
            </a:pPr>
            <a:endParaRPr lang="es-SV" sz="1600" spc="-10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86677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CA4C-AEB5-A6AF-8FA4-A0B4421B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4">
            <a:extLst>
              <a:ext uri="{FF2B5EF4-FFF2-40B4-BE49-F238E27FC236}">
                <a16:creationId xmlns:a16="http://schemas.microsoft.com/office/drawing/2014/main" id="{4879F09D-064D-435A-8DE4-AF98BE70C893}"/>
              </a:ext>
            </a:extLst>
          </p:cNvPr>
          <p:cNvSpPr/>
          <p:nvPr/>
        </p:nvSpPr>
        <p:spPr>
          <a:xfrm>
            <a:off x="1885532" y="396471"/>
            <a:ext cx="8420935" cy="446656"/>
          </a:xfrm>
          <a:prstGeom prst="roundRect">
            <a:avLst>
              <a:gd name="adj" fmla="val 50000"/>
            </a:avLst>
          </a:prstGeom>
          <a:solidFill>
            <a:srgbClr val="04449E"/>
          </a:solidFill>
          <a:ln w="1079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pPr algn="ctr"/>
            <a:r>
              <a:rPr lang="es-SV" sz="2000" kern="0">
                <a:solidFill>
                  <a:prstClr val="white"/>
                </a:solidFill>
                <a:effectLst>
                  <a:glow rad="101600">
                    <a:prstClr val="black">
                      <a:alpha val="60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Solicitud de Apoyo.</a:t>
            </a:r>
            <a:endParaRPr lang="es-MX" sz="2000" kern="0">
              <a:solidFill>
                <a:prstClr val="white"/>
              </a:solidFill>
              <a:effectLst>
                <a:glow rad="101600">
                  <a:prstClr val="black">
                    <a:alpha val="60000"/>
                  </a:prst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MT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5D92F173-FE8E-47EE-BA42-52FFDBC4263D}"/>
              </a:ext>
            </a:extLst>
          </p:cNvPr>
          <p:cNvSpPr txBox="1"/>
          <p:nvPr/>
        </p:nvSpPr>
        <p:spPr>
          <a:xfrm>
            <a:off x="563536" y="1028982"/>
            <a:ext cx="11057334" cy="108080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600">
                <a:latin typeface="Arial" panose="020B0604020202020204" pitchFamily="34" charset="0"/>
                <a:cs typeface="Arial" panose="020B0604020202020204" pitchFamily="34" charset="0"/>
              </a:rPr>
              <a:t>Con base en la </a:t>
            </a:r>
            <a:r>
              <a:rPr lang="es-419" sz="1600" b="1">
                <a:latin typeface="Arial" panose="020B0604020202020204" pitchFamily="34" charset="0"/>
                <a:cs typeface="Arial" panose="020B0604020202020204" pitchFamily="34" charset="0"/>
              </a:rPr>
              <a:t>actualización metodológica</a:t>
            </a:r>
            <a:r>
              <a:rPr lang="es-419" sz="1600">
                <a:latin typeface="Arial" panose="020B0604020202020204" pitchFamily="34" charset="0"/>
                <a:cs typeface="Arial" panose="020B0604020202020204" pitchFamily="34" charset="0"/>
              </a:rPr>
              <a:t> del proyecto ERP UEES y el enfoque estratégico orientado al </a:t>
            </a:r>
            <a:r>
              <a:rPr lang="es-419" sz="1600" b="1">
                <a:latin typeface="Arial" panose="020B0604020202020204" pitchFamily="34" charset="0"/>
                <a:cs typeface="Arial" panose="020B0604020202020204" pitchFamily="34" charset="0"/>
              </a:rPr>
              <a:t>levantamiento y mejora de procesos institucionales</a:t>
            </a:r>
            <a:r>
              <a:rPr lang="es-419" sz="1600">
                <a:latin typeface="Arial" panose="020B0604020202020204" pitchFamily="34" charset="0"/>
                <a:cs typeface="Arial" panose="020B0604020202020204" pitchFamily="34" charset="0"/>
              </a:rPr>
              <a:t>, se solicita la </a:t>
            </a:r>
            <a:r>
              <a:rPr lang="es-419" sz="1600" b="1">
                <a:latin typeface="Arial" panose="020B0604020202020204" pitchFamily="34" charset="0"/>
                <a:cs typeface="Arial" panose="020B0604020202020204" pitchFamily="34" charset="0"/>
              </a:rPr>
              <a:t>autorización del directorio ejecutivo</a:t>
            </a:r>
            <a:r>
              <a:rPr lang="es-419" sz="1600">
                <a:latin typeface="Arial" panose="020B0604020202020204" pitchFamily="34" charset="0"/>
                <a:cs typeface="Arial" panose="020B0604020202020204" pitchFamily="34" charset="0"/>
              </a:rPr>
              <a:t> para la </a:t>
            </a:r>
            <a:r>
              <a:rPr lang="es-419" sz="1600" b="1">
                <a:latin typeface="Arial" panose="020B0604020202020204" pitchFamily="34" charset="0"/>
                <a:cs typeface="Arial" panose="020B0604020202020204" pitchFamily="34" charset="0"/>
              </a:rPr>
              <a:t>reprogramación del cronograma de ejecución</a:t>
            </a:r>
            <a:r>
              <a:rPr lang="es-419" sz="1600">
                <a:latin typeface="Arial" panose="020B0604020202020204" pitchFamily="34" charset="0"/>
                <a:cs typeface="Arial" panose="020B0604020202020204" pitchFamily="34" charset="0"/>
              </a:rPr>
              <a:t> del proyecto.</a:t>
            </a:r>
            <a:endParaRPr lang="es-SV" sz="1600" spc="-1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5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9C96934C7B3747918B116114FA7A98" ma:contentTypeVersion="0" ma:contentTypeDescription="Crear nuevo documento." ma:contentTypeScope="" ma:versionID="0d7b7bbaecf0828e0ef3c7d558b4703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888669a25a4819ff64d85379b870750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A0BDD9-5394-465F-85EF-FFA16FF10989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87A0BE3-793D-4B33-8CD5-BF8C8BA7EF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08E626-9616-4ED3-91BF-2AE66B7AFC43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2953</Words>
  <Application>Microsoft Office PowerPoint</Application>
  <PresentationFormat>Panorámica</PresentationFormat>
  <Paragraphs>275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22</vt:i4>
      </vt:variant>
    </vt:vector>
  </HeadingPairs>
  <TitlesOfParts>
    <vt:vector size="33" baseType="lpstr">
      <vt:lpstr>Aptos</vt:lpstr>
      <vt:lpstr>Arial</vt:lpstr>
      <vt:lpstr>Calibri</vt:lpstr>
      <vt:lpstr>Calibri Light</vt:lpstr>
      <vt:lpstr>Courier New</vt:lpstr>
      <vt:lpstr>Gill Sans MT</vt:lpstr>
      <vt:lpstr>Microsoft Sans Serif</vt:lpstr>
      <vt:lpstr>Wingdings</vt:lpstr>
      <vt:lpstr>Office Theme</vt:lpstr>
      <vt:lpstr>1_Office Theme</vt:lpstr>
      <vt:lpstr>Tema de Office</vt:lpstr>
      <vt:lpstr>Plan de Trabajo de Actualización de Procesos UEES</vt:lpstr>
      <vt:lpstr>FORTALEZAS DEL SISTEMA DE GESTIÓN DE CALIDAD  </vt:lpstr>
      <vt:lpstr>OPORTUNIDADES DE MEJORA </vt:lpstr>
      <vt:lpstr>Levantamiento y actualización de procesos  en un sistema de gestión de calidad</vt:lpstr>
      <vt:lpstr>Propuesta de formatos nuevos para el levantamiento y actualización.</vt:lpstr>
      <vt:lpstr>Presentación de PowerPoint</vt:lpstr>
      <vt:lpstr>Resultados esperados de la metodología</vt:lpstr>
      <vt:lpstr>Línea de tiempo del plan trabajo de procesos.</vt:lpstr>
      <vt:lpstr>La Dirección de Transformación Digital se alinea al PEI a través</vt:lpstr>
      <vt:lpstr>Presentación de PowerPoint</vt:lpstr>
      <vt:lpstr>Presentación de PowerPoint</vt:lpstr>
      <vt:lpstr>Metodología del piloto: Procedimiento Reclutamiento, Selección y Contratación</vt:lpstr>
      <vt:lpstr>Roles en el prototipo</vt:lpstr>
      <vt:lpstr>Conceptos clave</vt:lpstr>
      <vt:lpstr>Presentación de PowerPoint</vt:lpstr>
      <vt:lpstr>Ajuste del Plan del Sistema de Gestión Universitaria (ERP)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Katherine Hércules</dc:creator>
  <cp:lastModifiedBy>Jonathan Avalos</cp:lastModifiedBy>
  <cp:revision>2</cp:revision>
  <dcterms:created xsi:type="dcterms:W3CDTF">2025-10-21T03:44:18Z</dcterms:created>
  <dcterms:modified xsi:type="dcterms:W3CDTF">2025-11-03T21:53:22Z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2025-10-21T00:00:00Z</vt:filetime>
  </property>
  <property fmtid="{D5CDD505-2E9C-101B-9397-08002B2CF9AE}" pid="5" name="Producer">
    <vt:lpwstr>Microsoft® PowerPoint® 2019</vt:lpwstr>
  </property>
  <property fmtid="{D5CDD505-2E9C-101B-9397-08002B2CF9AE}" pid="6" name="ContentTypeId">
    <vt:lpwstr>0x010100489C96934C7B3747918B116114FA7A98</vt:lpwstr>
  </property>
</Properties>
</file>